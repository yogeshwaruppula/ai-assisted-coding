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11508" y="395276"/>
            <a:ext cx="6064982" cy="303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83E3F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83E3F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83E3F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59742" y="1247983"/>
            <a:ext cx="13164819" cy="8178165"/>
          </a:xfrm>
          <a:custGeom>
            <a:avLst/>
            <a:gdLst/>
            <a:ahLst/>
            <a:cxnLst/>
            <a:rect l="l" t="t" r="r" b="b"/>
            <a:pathLst>
              <a:path w="13164819" h="8178165">
                <a:moveTo>
                  <a:pt x="13164762" y="3543940"/>
                </a:moveTo>
                <a:lnTo>
                  <a:pt x="13164762" y="6347932"/>
                </a:lnTo>
                <a:lnTo>
                  <a:pt x="12418473" y="7094528"/>
                </a:lnTo>
                <a:lnTo>
                  <a:pt x="12418473" y="7896381"/>
                </a:lnTo>
                <a:lnTo>
                  <a:pt x="12136745" y="8178068"/>
                </a:lnTo>
                <a:lnTo>
                  <a:pt x="9713801" y="8178068"/>
                </a:lnTo>
                <a:lnTo>
                  <a:pt x="9191898" y="7655825"/>
                </a:lnTo>
                <a:lnTo>
                  <a:pt x="1120263" y="7655825"/>
                </a:lnTo>
                <a:lnTo>
                  <a:pt x="599607" y="7148123"/>
                </a:lnTo>
                <a:lnTo>
                  <a:pt x="599607" y="5499547"/>
                </a:lnTo>
                <a:lnTo>
                  <a:pt x="0" y="4885901"/>
                </a:lnTo>
                <a:lnTo>
                  <a:pt x="0" y="2782388"/>
                </a:lnTo>
                <a:lnTo>
                  <a:pt x="73964" y="2708435"/>
                </a:lnTo>
                <a:lnTo>
                  <a:pt x="73964" y="2176636"/>
                </a:lnTo>
                <a:lnTo>
                  <a:pt x="720941" y="1529752"/>
                </a:lnTo>
                <a:lnTo>
                  <a:pt x="720941" y="229722"/>
                </a:lnTo>
                <a:lnTo>
                  <a:pt x="942003" y="0"/>
                </a:lnTo>
                <a:lnTo>
                  <a:pt x="11946850" y="18280"/>
                </a:lnTo>
                <a:lnTo>
                  <a:pt x="12039097" y="110514"/>
                </a:lnTo>
                <a:lnTo>
                  <a:pt x="12240628" y="110514"/>
                </a:lnTo>
                <a:lnTo>
                  <a:pt x="12513215" y="383061"/>
                </a:lnTo>
                <a:lnTo>
                  <a:pt x="12513215" y="2922816"/>
                </a:lnTo>
                <a:lnTo>
                  <a:pt x="12531911" y="2940640"/>
                </a:lnTo>
                <a:lnTo>
                  <a:pt x="12531911" y="4045410"/>
                </a:lnTo>
                <a:lnTo>
                  <a:pt x="12532742" y="4681491"/>
                </a:lnTo>
                <a:lnTo>
                  <a:pt x="13043427" y="5192101"/>
                </a:lnTo>
                <a:lnTo>
                  <a:pt x="13043427" y="3428270"/>
                </a:lnTo>
                <a:lnTo>
                  <a:pt x="13164762" y="3543940"/>
                </a:lnTo>
                <a:close/>
              </a:path>
              <a:path w="13164819" h="8178165">
                <a:moveTo>
                  <a:pt x="720941" y="229722"/>
                </a:moveTo>
                <a:lnTo>
                  <a:pt x="720941" y="1529752"/>
                </a:lnTo>
                <a:lnTo>
                  <a:pt x="720111" y="1529752"/>
                </a:lnTo>
                <a:lnTo>
                  <a:pt x="720111" y="230584"/>
                </a:lnTo>
                <a:lnTo>
                  <a:pt x="720941" y="229722"/>
                </a:lnTo>
                <a:close/>
              </a:path>
              <a:path w="13164819" h="8178165">
                <a:moveTo>
                  <a:pt x="12696463" y="566282"/>
                </a:moveTo>
                <a:lnTo>
                  <a:pt x="12696463" y="1944805"/>
                </a:lnTo>
                <a:lnTo>
                  <a:pt x="12513215" y="2128026"/>
                </a:lnTo>
                <a:lnTo>
                  <a:pt x="12513215" y="383061"/>
                </a:lnTo>
                <a:lnTo>
                  <a:pt x="12696463" y="566282"/>
                </a:lnTo>
                <a:close/>
              </a:path>
              <a:path w="13164819" h="8178165">
                <a:moveTo>
                  <a:pt x="13043427" y="4319203"/>
                </a:moveTo>
                <a:lnTo>
                  <a:pt x="13043427" y="4557266"/>
                </a:lnTo>
                <a:lnTo>
                  <a:pt x="12531911" y="4045410"/>
                </a:lnTo>
                <a:lnTo>
                  <a:pt x="12531911" y="3172512"/>
                </a:lnTo>
                <a:lnTo>
                  <a:pt x="12532742" y="3808593"/>
                </a:lnTo>
                <a:lnTo>
                  <a:pt x="13043427" y="4319203"/>
                </a:lnTo>
                <a:close/>
              </a:path>
              <a:path w="13164819" h="8178165">
                <a:moveTo>
                  <a:pt x="13043427" y="3428270"/>
                </a:moveTo>
                <a:lnTo>
                  <a:pt x="13043427" y="3684368"/>
                </a:lnTo>
                <a:lnTo>
                  <a:pt x="12531911" y="3172512"/>
                </a:lnTo>
                <a:lnTo>
                  <a:pt x="12531911" y="2940640"/>
                </a:lnTo>
                <a:lnTo>
                  <a:pt x="13043427" y="3428270"/>
                </a:lnTo>
                <a:close/>
              </a:path>
            </a:pathLst>
          </a:custGeom>
          <a:solidFill>
            <a:srgbClr val="00BADE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494089" y="1182343"/>
            <a:ext cx="13296265" cy="8308975"/>
          </a:xfrm>
          <a:custGeom>
            <a:avLst/>
            <a:gdLst/>
            <a:ahLst/>
            <a:cxnLst/>
            <a:rect l="l" t="t" r="r" b="b"/>
            <a:pathLst>
              <a:path w="13296265" h="8308975">
                <a:moveTo>
                  <a:pt x="13109080" y="4622495"/>
                </a:moveTo>
                <a:lnTo>
                  <a:pt x="12597562" y="4111053"/>
                </a:lnTo>
                <a:lnTo>
                  <a:pt x="12598387" y="4747133"/>
                </a:lnTo>
                <a:lnTo>
                  <a:pt x="13109080" y="5257749"/>
                </a:lnTo>
                <a:lnTo>
                  <a:pt x="13109080" y="4622495"/>
                </a:lnTo>
                <a:close/>
              </a:path>
              <a:path w="13296265" h="8308975">
                <a:moveTo>
                  <a:pt x="13109080" y="3750018"/>
                </a:moveTo>
                <a:lnTo>
                  <a:pt x="12597562" y="3238157"/>
                </a:lnTo>
                <a:lnTo>
                  <a:pt x="12598387" y="3874236"/>
                </a:lnTo>
                <a:lnTo>
                  <a:pt x="13109080" y="4385259"/>
                </a:lnTo>
                <a:lnTo>
                  <a:pt x="13109080" y="3750018"/>
                </a:lnTo>
                <a:close/>
              </a:path>
              <a:path w="13296265" h="8308975">
                <a:moveTo>
                  <a:pt x="13296062" y="3580917"/>
                </a:moveTo>
                <a:lnTo>
                  <a:pt x="13231241" y="3519119"/>
                </a:lnTo>
                <a:lnTo>
                  <a:pt x="13231241" y="3609581"/>
                </a:lnTo>
                <a:lnTo>
                  <a:pt x="13231241" y="6413157"/>
                </a:lnTo>
                <a:lnTo>
                  <a:pt x="12484951" y="7159752"/>
                </a:lnTo>
                <a:lnTo>
                  <a:pt x="12484951" y="7962024"/>
                </a:lnTo>
                <a:lnTo>
                  <a:pt x="12203227" y="8243710"/>
                </a:lnTo>
                <a:lnTo>
                  <a:pt x="9780283" y="8243710"/>
                </a:lnTo>
                <a:lnTo>
                  <a:pt x="9258376" y="7721473"/>
                </a:lnTo>
                <a:lnTo>
                  <a:pt x="1186332" y="7721473"/>
                </a:lnTo>
                <a:lnTo>
                  <a:pt x="665670" y="7213765"/>
                </a:lnTo>
                <a:lnTo>
                  <a:pt x="665670" y="5565191"/>
                </a:lnTo>
                <a:lnTo>
                  <a:pt x="66065" y="4951552"/>
                </a:lnTo>
                <a:lnTo>
                  <a:pt x="66065" y="2848038"/>
                </a:lnTo>
                <a:lnTo>
                  <a:pt x="140030" y="2774086"/>
                </a:lnTo>
                <a:lnTo>
                  <a:pt x="140030" y="2242286"/>
                </a:lnTo>
                <a:lnTo>
                  <a:pt x="787006" y="1595399"/>
                </a:lnTo>
                <a:lnTo>
                  <a:pt x="787006" y="296227"/>
                </a:lnTo>
                <a:lnTo>
                  <a:pt x="1008900" y="65646"/>
                </a:lnTo>
                <a:lnTo>
                  <a:pt x="12013324" y="83921"/>
                </a:lnTo>
                <a:lnTo>
                  <a:pt x="12105577" y="176161"/>
                </a:lnTo>
                <a:lnTo>
                  <a:pt x="12307100" y="176161"/>
                </a:lnTo>
                <a:lnTo>
                  <a:pt x="12762941" y="631926"/>
                </a:lnTo>
                <a:lnTo>
                  <a:pt x="12762941" y="2010448"/>
                </a:lnTo>
                <a:lnTo>
                  <a:pt x="12644514" y="2128850"/>
                </a:lnTo>
                <a:lnTo>
                  <a:pt x="12579693" y="2193671"/>
                </a:lnTo>
                <a:lnTo>
                  <a:pt x="12579693" y="2988462"/>
                </a:lnTo>
                <a:lnTo>
                  <a:pt x="13231241" y="3609581"/>
                </a:lnTo>
                <a:lnTo>
                  <a:pt x="13231241" y="3519119"/>
                </a:lnTo>
                <a:lnTo>
                  <a:pt x="12644514" y="2959798"/>
                </a:lnTo>
                <a:lnTo>
                  <a:pt x="12644514" y="2220684"/>
                </a:lnTo>
                <a:lnTo>
                  <a:pt x="12964884" y="1900351"/>
                </a:lnTo>
                <a:lnTo>
                  <a:pt x="12964884" y="626948"/>
                </a:lnTo>
                <a:lnTo>
                  <a:pt x="12762941" y="424891"/>
                </a:lnTo>
                <a:lnTo>
                  <a:pt x="12357392" y="19113"/>
                </a:lnTo>
                <a:lnTo>
                  <a:pt x="12307100" y="19024"/>
                </a:lnTo>
                <a:lnTo>
                  <a:pt x="12013743" y="18542"/>
                </a:lnTo>
                <a:lnTo>
                  <a:pt x="12013324" y="18529"/>
                </a:lnTo>
                <a:lnTo>
                  <a:pt x="1008900" y="25"/>
                </a:lnTo>
                <a:lnTo>
                  <a:pt x="979805" y="0"/>
                </a:lnTo>
                <a:lnTo>
                  <a:pt x="599605" y="395097"/>
                </a:lnTo>
                <a:lnTo>
                  <a:pt x="599186" y="395528"/>
                </a:lnTo>
                <a:lnTo>
                  <a:pt x="599186" y="1378521"/>
                </a:lnTo>
                <a:lnTo>
                  <a:pt x="599605" y="1378521"/>
                </a:lnTo>
                <a:lnTo>
                  <a:pt x="66065" y="1900148"/>
                </a:lnTo>
                <a:lnTo>
                  <a:pt x="0" y="1964753"/>
                </a:lnTo>
                <a:lnTo>
                  <a:pt x="0" y="4978552"/>
                </a:lnTo>
                <a:lnTo>
                  <a:pt x="470369" y="5459666"/>
                </a:lnTo>
                <a:lnTo>
                  <a:pt x="470369" y="7763015"/>
                </a:lnTo>
                <a:lnTo>
                  <a:pt x="792403" y="8085010"/>
                </a:lnTo>
                <a:lnTo>
                  <a:pt x="9528467" y="8085010"/>
                </a:lnTo>
                <a:lnTo>
                  <a:pt x="9752444" y="8308937"/>
                </a:lnTo>
                <a:lnTo>
                  <a:pt x="12229821" y="8308937"/>
                </a:lnTo>
                <a:lnTo>
                  <a:pt x="12549772" y="7988617"/>
                </a:lnTo>
                <a:lnTo>
                  <a:pt x="12549772" y="7186765"/>
                </a:lnTo>
                <a:lnTo>
                  <a:pt x="13296062" y="6440170"/>
                </a:lnTo>
                <a:lnTo>
                  <a:pt x="13296062" y="3580917"/>
                </a:lnTo>
                <a:close/>
              </a:path>
            </a:pathLst>
          </a:custGeom>
          <a:solidFill>
            <a:srgbClr val="00BA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9012" y="657567"/>
            <a:ext cx="742454" cy="7416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83E3F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1938" y="1306549"/>
            <a:ext cx="742454" cy="7416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34680" y="348013"/>
            <a:ext cx="10942320" cy="2656840"/>
          </a:xfrm>
          <a:custGeom>
            <a:avLst/>
            <a:gdLst/>
            <a:ahLst/>
            <a:cxnLst/>
            <a:rect l="l" t="t" r="r" b="b"/>
            <a:pathLst>
              <a:path w="10942319" h="2656840">
                <a:moveTo>
                  <a:pt x="4111559" y="2656457"/>
                </a:moveTo>
                <a:lnTo>
                  <a:pt x="1623760" y="2656457"/>
                </a:lnTo>
                <a:lnTo>
                  <a:pt x="961354" y="2058810"/>
                </a:lnTo>
                <a:lnTo>
                  <a:pt x="249922" y="2058810"/>
                </a:lnTo>
                <a:lnTo>
                  <a:pt x="0" y="1833449"/>
                </a:lnTo>
                <a:lnTo>
                  <a:pt x="0" y="1523762"/>
                </a:lnTo>
                <a:lnTo>
                  <a:pt x="463352" y="1105077"/>
                </a:lnTo>
                <a:lnTo>
                  <a:pt x="463352" y="897024"/>
                </a:lnTo>
                <a:lnTo>
                  <a:pt x="913802" y="480180"/>
                </a:lnTo>
                <a:lnTo>
                  <a:pt x="2376476" y="480180"/>
                </a:lnTo>
                <a:lnTo>
                  <a:pt x="2920925" y="0"/>
                </a:lnTo>
                <a:lnTo>
                  <a:pt x="4787235" y="0"/>
                </a:lnTo>
                <a:lnTo>
                  <a:pt x="4852849" y="59286"/>
                </a:lnTo>
                <a:lnTo>
                  <a:pt x="9010855" y="59286"/>
                </a:lnTo>
                <a:lnTo>
                  <a:pt x="9584793" y="577394"/>
                </a:lnTo>
                <a:lnTo>
                  <a:pt x="10737460" y="577394"/>
                </a:lnTo>
                <a:lnTo>
                  <a:pt x="10942042" y="754884"/>
                </a:lnTo>
                <a:lnTo>
                  <a:pt x="10925823" y="1681367"/>
                </a:lnTo>
                <a:lnTo>
                  <a:pt x="10843990" y="1755014"/>
                </a:lnTo>
                <a:lnTo>
                  <a:pt x="10843990" y="1916302"/>
                </a:lnTo>
                <a:lnTo>
                  <a:pt x="10602018" y="2134666"/>
                </a:lnTo>
                <a:lnTo>
                  <a:pt x="4662642" y="2134666"/>
                </a:lnTo>
                <a:lnTo>
                  <a:pt x="4647086" y="2149396"/>
                </a:lnTo>
                <a:lnTo>
                  <a:pt x="3666639" y="2149396"/>
                </a:lnTo>
                <a:lnTo>
                  <a:pt x="3102285" y="2150132"/>
                </a:lnTo>
                <a:lnTo>
                  <a:pt x="2649254" y="2558875"/>
                </a:lnTo>
                <a:lnTo>
                  <a:pt x="2648886" y="2559243"/>
                </a:lnTo>
                <a:lnTo>
                  <a:pt x="4214231" y="2559243"/>
                </a:lnTo>
                <a:lnTo>
                  <a:pt x="4111559" y="2656457"/>
                </a:lnTo>
                <a:close/>
              </a:path>
              <a:path w="10942319" h="2656840">
                <a:moveTo>
                  <a:pt x="10439616" y="2281224"/>
                </a:moveTo>
                <a:lnTo>
                  <a:pt x="9216544" y="2281224"/>
                </a:lnTo>
                <a:lnTo>
                  <a:pt x="9053983" y="2134666"/>
                </a:lnTo>
                <a:lnTo>
                  <a:pt x="10602018" y="2134666"/>
                </a:lnTo>
                <a:lnTo>
                  <a:pt x="10439616" y="2281224"/>
                </a:lnTo>
                <a:close/>
              </a:path>
              <a:path w="10942319" h="2656840">
                <a:moveTo>
                  <a:pt x="3986967" y="2559243"/>
                </a:moveTo>
                <a:lnTo>
                  <a:pt x="3212502" y="2559243"/>
                </a:lnTo>
                <a:lnTo>
                  <a:pt x="3666639" y="2149396"/>
                </a:lnTo>
                <a:lnTo>
                  <a:pt x="4441104" y="2149396"/>
                </a:lnTo>
                <a:lnTo>
                  <a:pt x="3876751" y="2150132"/>
                </a:lnTo>
                <a:lnTo>
                  <a:pt x="3423720" y="2558875"/>
                </a:lnTo>
                <a:lnTo>
                  <a:pt x="3987336" y="2558875"/>
                </a:lnTo>
                <a:lnTo>
                  <a:pt x="3986967" y="2559243"/>
                </a:lnTo>
                <a:close/>
              </a:path>
              <a:path w="10942319" h="2656840">
                <a:moveTo>
                  <a:pt x="4214231" y="2559243"/>
                </a:moveTo>
                <a:lnTo>
                  <a:pt x="3986967" y="2559243"/>
                </a:lnTo>
                <a:lnTo>
                  <a:pt x="4441104" y="2149396"/>
                </a:lnTo>
                <a:lnTo>
                  <a:pt x="4647086" y="2149396"/>
                </a:lnTo>
                <a:lnTo>
                  <a:pt x="4214231" y="2559243"/>
                </a:lnTo>
                <a:close/>
              </a:path>
            </a:pathLst>
          </a:custGeom>
          <a:solidFill>
            <a:srgbClr val="00BADE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876802" y="295731"/>
            <a:ext cx="11058525" cy="2761615"/>
          </a:xfrm>
          <a:custGeom>
            <a:avLst/>
            <a:gdLst/>
            <a:ahLst/>
            <a:cxnLst/>
            <a:rect l="l" t="t" r="r" b="b"/>
            <a:pathLst>
              <a:path w="11058525" h="2761615">
                <a:moveTo>
                  <a:pt x="3724516" y="2201684"/>
                </a:moveTo>
                <a:lnTo>
                  <a:pt x="3160153" y="2202421"/>
                </a:lnTo>
                <a:lnTo>
                  <a:pt x="2707132" y="2611526"/>
                </a:lnTo>
                <a:lnTo>
                  <a:pt x="3270745" y="2611526"/>
                </a:lnTo>
                <a:lnTo>
                  <a:pt x="3724516" y="2201684"/>
                </a:lnTo>
                <a:close/>
              </a:path>
              <a:path w="11058525" h="2761615">
                <a:moveTo>
                  <a:pt x="4498975" y="2201684"/>
                </a:moveTo>
                <a:lnTo>
                  <a:pt x="3934625" y="2202421"/>
                </a:lnTo>
                <a:lnTo>
                  <a:pt x="3481222" y="2611526"/>
                </a:lnTo>
                <a:lnTo>
                  <a:pt x="4044835" y="2611526"/>
                </a:lnTo>
                <a:lnTo>
                  <a:pt x="4498975" y="2201684"/>
                </a:lnTo>
                <a:close/>
              </a:path>
              <a:path w="11058525" h="2761615">
                <a:moveTo>
                  <a:pt x="11058157" y="784707"/>
                </a:moveTo>
                <a:lnTo>
                  <a:pt x="10999915" y="734110"/>
                </a:lnTo>
                <a:lnTo>
                  <a:pt x="10999915" y="807910"/>
                </a:lnTo>
                <a:lnTo>
                  <a:pt x="10983709" y="1733638"/>
                </a:lnTo>
                <a:lnTo>
                  <a:pt x="10901858" y="1807298"/>
                </a:lnTo>
                <a:lnTo>
                  <a:pt x="10901858" y="1968588"/>
                </a:lnTo>
                <a:lnTo>
                  <a:pt x="10497490" y="2333510"/>
                </a:lnTo>
                <a:lnTo>
                  <a:pt x="9274416" y="2333510"/>
                </a:lnTo>
                <a:lnTo>
                  <a:pt x="9170264" y="2239607"/>
                </a:lnTo>
                <a:lnTo>
                  <a:pt x="9111856" y="2186952"/>
                </a:lnTo>
                <a:lnTo>
                  <a:pt x="4720514" y="2186952"/>
                </a:lnTo>
                <a:lnTo>
                  <a:pt x="4169435" y="2708745"/>
                </a:lnTo>
                <a:lnTo>
                  <a:pt x="1682000" y="2708745"/>
                </a:lnTo>
                <a:lnTo>
                  <a:pt x="1019594" y="2111095"/>
                </a:lnTo>
                <a:lnTo>
                  <a:pt x="307797" y="2111095"/>
                </a:lnTo>
                <a:lnTo>
                  <a:pt x="57873" y="1885734"/>
                </a:lnTo>
                <a:lnTo>
                  <a:pt x="57873" y="1576057"/>
                </a:lnTo>
                <a:lnTo>
                  <a:pt x="521220" y="1158100"/>
                </a:lnTo>
                <a:lnTo>
                  <a:pt x="521220" y="950048"/>
                </a:lnTo>
                <a:lnTo>
                  <a:pt x="971677" y="533209"/>
                </a:lnTo>
                <a:lnTo>
                  <a:pt x="2434348" y="533209"/>
                </a:lnTo>
                <a:lnTo>
                  <a:pt x="2978797" y="53022"/>
                </a:lnTo>
                <a:lnTo>
                  <a:pt x="4845113" y="53022"/>
                </a:lnTo>
                <a:lnTo>
                  <a:pt x="4910721" y="112306"/>
                </a:lnTo>
                <a:lnTo>
                  <a:pt x="9068727" y="112306"/>
                </a:lnTo>
                <a:lnTo>
                  <a:pt x="9642665" y="630415"/>
                </a:lnTo>
                <a:lnTo>
                  <a:pt x="10795330" y="630415"/>
                </a:lnTo>
                <a:lnTo>
                  <a:pt x="10999915" y="807910"/>
                </a:lnTo>
                <a:lnTo>
                  <a:pt x="10999915" y="734110"/>
                </a:lnTo>
                <a:lnTo>
                  <a:pt x="10707662" y="480174"/>
                </a:lnTo>
                <a:lnTo>
                  <a:pt x="10707230" y="479806"/>
                </a:lnTo>
                <a:lnTo>
                  <a:pt x="9835083" y="479806"/>
                </a:lnTo>
                <a:lnTo>
                  <a:pt x="9835083" y="480174"/>
                </a:lnTo>
                <a:lnTo>
                  <a:pt x="9372397" y="53022"/>
                </a:lnTo>
                <a:lnTo>
                  <a:pt x="9314967" y="0"/>
                </a:lnTo>
                <a:lnTo>
                  <a:pt x="2954832" y="0"/>
                </a:lnTo>
                <a:lnTo>
                  <a:pt x="2527973" y="376707"/>
                </a:lnTo>
                <a:lnTo>
                  <a:pt x="484365" y="376707"/>
                </a:lnTo>
                <a:lnTo>
                  <a:pt x="198678" y="634466"/>
                </a:lnTo>
                <a:lnTo>
                  <a:pt x="198678" y="1374622"/>
                </a:lnTo>
                <a:lnTo>
                  <a:pt x="0" y="1553959"/>
                </a:lnTo>
                <a:lnTo>
                  <a:pt x="0" y="1907463"/>
                </a:lnTo>
                <a:lnTo>
                  <a:pt x="284200" y="2163762"/>
                </a:lnTo>
                <a:lnTo>
                  <a:pt x="995629" y="2163762"/>
                </a:lnTo>
                <a:lnTo>
                  <a:pt x="1658035" y="2761399"/>
                </a:lnTo>
                <a:lnTo>
                  <a:pt x="4194860" y="2761399"/>
                </a:lnTo>
                <a:lnTo>
                  <a:pt x="4250474" y="2708745"/>
                </a:lnTo>
                <a:lnTo>
                  <a:pt x="4745952" y="2239607"/>
                </a:lnTo>
                <a:lnTo>
                  <a:pt x="9087891" y="2239607"/>
                </a:lnTo>
                <a:lnTo>
                  <a:pt x="9372105" y="2495905"/>
                </a:lnTo>
                <a:lnTo>
                  <a:pt x="10501909" y="2495905"/>
                </a:lnTo>
                <a:lnTo>
                  <a:pt x="10681945" y="2333510"/>
                </a:lnTo>
                <a:lnTo>
                  <a:pt x="11041202" y="2009470"/>
                </a:lnTo>
                <a:lnTo>
                  <a:pt x="11045050" y="1734388"/>
                </a:lnTo>
                <a:lnTo>
                  <a:pt x="11045050" y="1733638"/>
                </a:lnTo>
                <a:lnTo>
                  <a:pt x="11058157" y="796124"/>
                </a:lnTo>
                <a:lnTo>
                  <a:pt x="11058157" y="784707"/>
                </a:lnTo>
                <a:close/>
              </a:path>
            </a:pathLst>
          </a:custGeom>
          <a:solidFill>
            <a:srgbClr val="00BA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52546" y="3556784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5" h="864870">
                <a:moveTo>
                  <a:pt x="550353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5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3" y="38099"/>
                </a:lnTo>
                <a:close/>
              </a:path>
              <a:path w="865505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5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3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4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5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9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3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64650" y="461009"/>
                </a:lnTo>
                <a:lnTo>
                  <a:pt x="864602" y="463549"/>
                </a:lnTo>
                <a:lnTo>
                  <a:pt x="858594" y="510539"/>
                </a:lnTo>
                <a:lnTo>
                  <a:pt x="847398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5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5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5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1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20327" y="121919"/>
                </a:lnTo>
                <a:lnTo>
                  <a:pt x="268233" y="146049"/>
                </a:lnTo>
                <a:lnTo>
                  <a:pt x="220926" y="17906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5" h="864870">
                <a:moveTo>
                  <a:pt x="721301" y="181609"/>
                </a:moveTo>
                <a:lnTo>
                  <a:pt x="685198" y="146049"/>
                </a:lnTo>
                <a:lnTo>
                  <a:pt x="644583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1" y="181609"/>
                </a:lnTo>
                <a:close/>
              </a:path>
              <a:path w="865505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2829" y="40766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5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9" y="632459"/>
                </a:lnTo>
                <a:lnTo>
                  <a:pt x="780873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13253" y="39877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4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9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814187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8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5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9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5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04313" y="46354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5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5" h="864870">
                <a:moveTo>
                  <a:pt x="446545" y="822959"/>
                </a:moveTo>
                <a:lnTo>
                  <a:pt x="393514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8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7" y="820419"/>
                </a:lnTo>
                <a:lnTo>
                  <a:pt x="446545" y="822959"/>
                </a:lnTo>
                <a:close/>
              </a:path>
              <a:path w="865505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3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9" y="723899"/>
                </a:lnTo>
                <a:lnTo>
                  <a:pt x="337789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5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5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5" h="864870">
                <a:moveTo>
                  <a:pt x="461572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6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2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965885" y="3466272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4" h="864870">
                <a:moveTo>
                  <a:pt x="550353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5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3" y="38099"/>
                </a:lnTo>
                <a:close/>
              </a:path>
              <a:path w="865504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4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3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4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5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9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3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64650" y="461009"/>
                </a:lnTo>
                <a:lnTo>
                  <a:pt x="864602" y="463549"/>
                </a:lnTo>
                <a:lnTo>
                  <a:pt x="858594" y="510539"/>
                </a:lnTo>
                <a:lnTo>
                  <a:pt x="847398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4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4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4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1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20327" y="121919"/>
                </a:lnTo>
                <a:lnTo>
                  <a:pt x="268233" y="146049"/>
                </a:lnTo>
                <a:lnTo>
                  <a:pt x="220926" y="17906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4" h="864870">
                <a:moveTo>
                  <a:pt x="721301" y="181609"/>
                </a:moveTo>
                <a:lnTo>
                  <a:pt x="685198" y="146049"/>
                </a:lnTo>
                <a:lnTo>
                  <a:pt x="644583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1" y="181609"/>
                </a:lnTo>
                <a:close/>
              </a:path>
              <a:path w="865504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2829" y="40766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4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9" y="632459"/>
                </a:lnTo>
                <a:lnTo>
                  <a:pt x="780873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4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9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814187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8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4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9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4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04313" y="46354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4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4" h="864870">
                <a:moveTo>
                  <a:pt x="446545" y="822959"/>
                </a:moveTo>
                <a:lnTo>
                  <a:pt x="393514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8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7" y="820419"/>
                </a:lnTo>
                <a:lnTo>
                  <a:pt x="446545" y="822959"/>
                </a:lnTo>
                <a:close/>
              </a:path>
              <a:path w="865504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3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9" y="723899"/>
                </a:lnTo>
                <a:lnTo>
                  <a:pt x="337789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4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4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4" h="864870">
                <a:moveTo>
                  <a:pt x="461572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6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2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3445884" y="3567807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5" h="864870">
                <a:moveTo>
                  <a:pt x="550353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5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3" y="38099"/>
                </a:lnTo>
                <a:close/>
              </a:path>
              <a:path w="865505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5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3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4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5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9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3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64650" y="461009"/>
                </a:lnTo>
                <a:lnTo>
                  <a:pt x="864602" y="463549"/>
                </a:lnTo>
                <a:lnTo>
                  <a:pt x="858594" y="510539"/>
                </a:lnTo>
                <a:lnTo>
                  <a:pt x="847398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5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5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5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1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20327" y="121919"/>
                </a:lnTo>
                <a:lnTo>
                  <a:pt x="268233" y="146049"/>
                </a:lnTo>
                <a:lnTo>
                  <a:pt x="220926" y="17906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5" h="864870">
                <a:moveTo>
                  <a:pt x="721301" y="181609"/>
                </a:moveTo>
                <a:lnTo>
                  <a:pt x="685198" y="146049"/>
                </a:lnTo>
                <a:lnTo>
                  <a:pt x="644583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1" y="181609"/>
                </a:lnTo>
                <a:close/>
              </a:path>
              <a:path w="865505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2829" y="40766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5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9" y="632459"/>
                </a:lnTo>
                <a:lnTo>
                  <a:pt x="780873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4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9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814187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8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5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9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5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04313" y="46354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5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5" h="864870">
                <a:moveTo>
                  <a:pt x="446545" y="822959"/>
                </a:moveTo>
                <a:lnTo>
                  <a:pt x="393514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8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7" y="820419"/>
                </a:lnTo>
                <a:lnTo>
                  <a:pt x="446545" y="822959"/>
                </a:lnTo>
                <a:close/>
              </a:path>
              <a:path w="865505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3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9" y="723899"/>
                </a:lnTo>
                <a:lnTo>
                  <a:pt x="337789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5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5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5" h="864870">
                <a:moveTo>
                  <a:pt x="461572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6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2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0735" y="213233"/>
            <a:ext cx="10833735" cy="2203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83E3F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6376" y="3156955"/>
            <a:ext cx="17278985" cy="50967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chemeClr val="bg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212" y="2482114"/>
            <a:ext cx="5055811" cy="50541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1938" y="1306549"/>
            <a:ext cx="742454" cy="7416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0861" y="3406584"/>
            <a:ext cx="12603480" cy="2349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875" b="1" spc="-1072" baseline="-8000" dirty="0">
                <a:solidFill>
                  <a:srgbClr val="83E3F7"/>
                </a:solidFill>
                <a:latin typeface="Verdana" panose="020B0604030504040204"/>
                <a:cs typeface="Verdana" panose="020B0604030504040204"/>
              </a:rPr>
              <a:t>AI</a:t>
            </a:r>
            <a:r>
              <a:rPr sz="22875" b="1" spc="-4777" baseline="-8000" dirty="0">
                <a:solidFill>
                  <a:srgbClr val="83E3F7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8600" spc="60" dirty="0">
                <a:solidFill>
                  <a:srgbClr val="C2F5FF"/>
                </a:solidFill>
                <a:latin typeface="Georgia" panose="02040502050405020303"/>
                <a:cs typeface="Georgia" panose="02040502050405020303"/>
              </a:rPr>
              <a:t>ASSISTED</a:t>
            </a:r>
            <a:r>
              <a:rPr sz="8600" spc="345" dirty="0">
                <a:solidFill>
                  <a:srgbClr val="C2F5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8600" spc="-55" dirty="0">
                <a:solidFill>
                  <a:srgbClr val="C2F5FF"/>
                </a:solidFill>
                <a:latin typeface="Georgia" panose="02040502050405020303"/>
                <a:cs typeface="Georgia" panose="02040502050405020303"/>
              </a:rPr>
              <a:t>CODING</a:t>
            </a:r>
            <a:endParaRPr sz="8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0370" y="6119220"/>
            <a:ext cx="844677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Exploring</a:t>
            </a:r>
            <a:r>
              <a:rPr sz="2550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550" spc="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Cutting-</a:t>
            </a:r>
            <a:r>
              <a:rPr sz="2550" spc="1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Edge</a:t>
            </a:r>
            <a:r>
              <a:rPr sz="255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55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Technology</a:t>
            </a:r>
            <a:r>
              <a:rPr sz="255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550" spc="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Shaping</a:t>
            </a:r>
            <a:r>
              <a:rPr sz="255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550" spc="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550" spc="-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Future</a:t>
            </a:r>
            <a:endParaRPr sz="255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938" y="1306549"/>
            <a:ext cx="742454" cy="7416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05116"/>
            <a:ext cx="18288000" cy="37216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02041" y="4522653"/>
            <a:ext cx="15555594" cy="1508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70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CROP</a:t>
            </a:r>
            <a:r>
              <a:rPr sz="9700" spc="3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9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YIELD</a:t>
            </a:r>
            <a:r>
              <a:rPr sz="9700" spc="3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9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PREDICTION</a:t>
            </a:r>
            <a:endParaRPr sz="97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1094105" marR="5080" indent="-1082040">
              <a:lnSpc>
                <a:spcPts val="11090"/>
              </a:lnSpc>
              <a:spcBef>
                <a:spcPts val="1690"/>
              </a:spcBef>
            </a:pPr>
            <a:r>
              <a:rPr sz="10450" spc="55" dirty="0"/>
              <a:t>PROJECT </a:t>
            </a:r>
            <a:r>
              <a:rPr sz="10450" spc="50" dirty="0"/>
              <a:t>TITLE</a:t>
            </a:r>
            <a:endParaRPr sz="10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11938" y="1306549"/>
            <a:ext cx="742454" cy="7416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3969" y="2410752"/>
            <a:ext cx="11915031" cy="74428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06722" y="3278471"/>
            <a:ext cx="1841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70" dirty="0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1231" y="5390122"/>
            <a:ext cx="23367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8077" y="7677148"/>
            <a:ext cx="22732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3.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79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5"/>
              </a:spcBef>
            </a:pPr>
            <a:r>
              <a:rPr sz="9550" spc="140" dirty="0"/>
              <a:t>TEAM</a:t>
            </a:r>
            <a:r>
              <a:rPr sz="9550" spc="375" dirty="0"/>
              <a:t> </a:t>
            </a:r>
            <a:r>
              <a:rPr sz="9550" spc="45" dirty="0"/>
              <a:t>DE</a:t>
            </a:r>
            <a:r>
              <a:rPr sz="9550" spc="-509" dirty="0"/>
              <a:t>T</a:t>
            </a:r>
            <a:r>
              <a:rPr sz="9550" spc="50" dirty="0"/>
              <a:t>A</a:t>
            </a:r>
            <a:r>
              <a:rPr sz="9550" spc="-50" dirty="0"/>
              <a:t>I</a:t>
            </a:r>
            <a:r>
              <a:rPr sz="9550" spc="50" dirty="0"/>
              <a:t>L</a:t>
            </a:r>
            <a:r>
              <a:rPr sz="9550" spc="55" dirty="0"/>
              <a:t>S</a:t>
            </a:r>
            <a:endParaRPr sz="9550"/>
          </a:p>
        </p:txBody>
      </p:sp>
      <p:sp>
        <p:nvSpPr>
          <p:cNvPr id="8" name="object 8"/>
          <p:cNvSpPr txBox="1"/>
          <p:nvPr/>
        </p:nvSpPr>
        <p:spPr>
          <a:xfrm>
            <a:off x="5572029" y="3076790"/>
            <a:ext cx="6332855" cy="708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DONI</a:t>
            </a:r>
            <a:r>
              <a:rPr sz="4450" spc="-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450" spc="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SIRI-2403A51075</a:t>
            </a:r>
            <a:endParaRPr sz="44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22" y="7625482"/>
            <a:ext cx="8185784" cy="652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1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J.VAMSHI</a:t>
            </a:r>
            <a:r>
              <a:rPr sz="4100" spc="-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10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KRISHNA-</a:t>
            </a:r>
            <a:r>
              <a:rPr sz="41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2403A51074</a:t>
            </a:r>
            <a:endParaRPr sz="41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1160" y="5183153"/>
            <a:ext cx="7682230" cy="708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50" spc="-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U.YOGESHWAR-</a:t>
            </a:r>
            <a:r>
              <a:rPr sz="445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2403A51076</a:t>
            </a:r>
            <a:endParaRPr sz="445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57567" y="807026"/>
            <a:ext cx="742454" cy="7416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6356" y="0"/>
            <a:ext cx="9561643" cy="10286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9470">
              <a:lnSpc>
                <a:spcPct val="100000"/>
              </a:lnSpc>
              <a:spcBef>
                <a:spcPts val="95"/>
              </a:spcBef>
            </a:pPr>
            <a:r>
              <a:rPr sz="9400" spc="-10" dirty="0"/>
              <a:t>OBJECTIVES</a:t>
            </a:r>
            <a:endParaRPr sz="9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791" y="3518338"/>
            <a:ext cx="198616" cy="198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3791" y="4191428"/>
            <a:ext cx="198616" cy="198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3791" y="4864518"/>
            <a:ext cx="198616" cy="1986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791" y="5537608"/>
            <a:ext cx="198616" cy="1986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3791" y="6883788"/>
            <a:ext cx="198616" cy="19861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850">
              <a:lnSpc>
                <a:spcPts val="5650"/>
              </a:lnSpc>
              <a:spcBef>
                <a:spcPts val="105"/>
              </a:spcBef>
            </a:pPr>
            <a:r>
              <a:rPr sz="5000" i="0" spc="75" dirty="0">
                <a:latin typeface="Georgia" panose="02040502050405020303"/>
                <a:cs typeface="Georgia" panose="02040502050405020303"/>
              </a:rPr>
              <a:t>To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90" dirty="0">
                <a:latin typeface="Georgia" panose="02040502050405020303"/>
                <a:cs typeface="Georgia" panose="02040502050405020303"/>
              </a:rPr>
              <a:t>analyze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240" dirty="0">
                <a:latin typeface="Georgia" panose="02040502050405020303"/>
                <a:cs typeface="Georgia" panose="02040502050405020303"/>
              </a:rPr>
              <a:t>soil,</a:t>
            </a:r>
            <a:r>
              <a:rPr sz="5000" i="0" spc="204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50" dirty="0">
                <a:latin typeface="Georgia" panose="02040502050405020303"/>
                <a:cs typeface="Georgia" panose="02040502050405020303"/>
              </a:rPr>
              <a:t>weather,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40" dirty="0">
                <a:latin typeface="Georgia" panose="02040502050405020303"/>
                <a:cs typeface="Georgia" panose="02040502050405020303"/>
              </a:rPr>
              <a:t>and</a:t>
            </a:r>
            <a:r>
              <a:rPr sz="5000" i="0" spc="204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50" dirty="0">
                <a:latin typeface="Georgia" panose="02040502050405020303"/>
                <a:cs typeface="Georgia" panose="02040502050405020303"/>
              </a:rPr>
              <a:t>rainfall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55" dirty="0">
                <a:latin typeface="Georgia" panose="02040502050405020303"/>
                <a:cs typeface="Georgia" panose="02040502050405020303"/>
              </a:rPr>
              <a:t>parameters.</a:t>
            </a:r>
            <a:endParaRPr sz="5000">
              <a:latin typeface="Georgia" panose="02040502050405020303"/>
              <a:cs typeface="Georgia" panose="02040502050405020303"/>
            </a:endParaRPr>
          </a:p>
          <a:p>
            <a:pPr marL="69850" marR="5080">
              <a:lnSpc>
                <a:spcPts val="5300"/>
              </a:lnSpc>
              <a:spcBef>
                <a:spcPts val="410"/>
              </a:spcBef>
            </a:pPr>
            <a:r>
              <a:rPr sz="5000" i="0" spc="75" dirty="0">
                <a:latin typeface="Georgia" panose="02040502050405020303"/>
                <a:cs typeface="Georgia" panose="02040502050405020303"/>
              </a:rPr>
              <a:t>To</a:t>
            </a:r>
            <a:r>
              <a:rPr sz="5000" i="0" spc="19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260" dirty="0">
                <a:latin typeface="Georgia" panose="02040502050405020303"/>
                <a:cs typeface="Georgia" panose="02040502050405020303"/>
              </a:rPr>
              <a:t>build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475" dirty="0">
                <a:latin typeface="Georgia" panose="02040502050405020303"/>
                <a:cs typeface="Georgia" panose="02040502050405020303"/>
              </a:rPr>
              <a:t>a</a:t>
            </a:r>
            <a:r>
              <a:rPr sz="5000" i="0" spc="19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15" dirty="0">
                <a:latin typeface="Georgia" panose="02040502050405020303"/>
                <a:cs typeface="Georgia" panose="02040502050405020303"/>
              </a:rPr>
              <a:t>predictive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05" dirty="0">
                <a:latin typeface="Georgia" panose="02040502050405020303"/>
                <a:cs typeface="Georgia" panose="02040502050405020303"/>
              </a:rPr>
              <a:t>model</a:t>
            </a:r>
            <a:r>
              <a:rPr sz="5000" i="0" spc="19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400" dirty="0">
                <a:latin typeface="Georgia" panose="02040502050405020303"/>
                <a:cs typeface="Georgia" panose="02040502050405020303"/>
              </a:rPr>
              <a:t>for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400" dirty="0">
                <a:latin typeface="Georgia" panose="02040502050405020303"/>
                <a:cs typeface="Georgia" panose="02040502050405020303"/>
              </a:rPr>
              <a:t>estimating</a:t>
            </a:r>
            <a:r>
              <a:rPr sz="5000" i="0" spc="19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55" dirty="0">
                <a:latin typeface="Georgia" panose="02040502050405020303"/>
                <a:cs typeface="Georgia" panose="02040502050405020303"/>
              </a:rPr>
              <a:t>crop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190" dirty="0">
                <a:latin typeface="Georgia" panose="02040502050405020303"/>
                <a:cs typeface="Georgia" panose="02040502050405020303"/>
              </a:rPr>
              <a:t>yield. </a:t>
            </a:r>
            <a:r>
              <a:rPr sz="5000" i="0" spc="75" dirty="0">
                <a:latin typeface="Georgia" panose="02040502050405020303"/>
                <a:cs typeface="Georgia" panose="02040502050405020303"/>
              </a:rPr>
              <a:t>To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95" dirty="0">
                <a:latin typeface="Georgia" panose="02040502050405020303"/>
                <a:cs typeface="Georgia" panose="02040502050405020303"/>
              </a:rPr>
              <a:t>support</a:t>
            </a:r>
            <a:r>
              <a:rPr sz="5000" i="0" spc="204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440" dirty="0">
                <a:latin typeface="Georgia" panose="02040502050405020303"/>
                <a:cs typeface="Georgia" panose="02040502050405020303"/>
              </a:rPr>
              <a:t>farmers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290" dirty="0">
                <a:latin typeface="Georgia" panose="02040502050405020303"/>
                <a:cs typeface="Georgia" panose="02040502050405020303"/>
              </a:rPr>
              <a:t>in</a:t>
            </a:r>
            <a:r>
              <a:rPr sz="5000" i="0" spc="204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80" dirty="0">
                <a:latin typeface="Georgia" panose="02040502050405020303"/>
                <a:cs typeface="Georgia" panose="02040502050405020303"/>
              </a:rPr>
              <a:t>selecting</a:t>
            </a:r>
            <a:r>
              <a:rPr sz="5000" i="0" spc="204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65" dirty="0">
                <a:latin typeface="Georgia" panose="02040502050405020303"/>
                <a:cs typeface="Georgia" panose="02040502050405020303"/>
              </a:rPr>
              <a:t>suitable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285" dirty="0">
                <a:latin typeface="Georgia" panose="02040502050405020303"/>
                <a:cs typeface="Georgia" panose="02040502050405020303"/>
              </a:rPr>
              <a:t>crops.</a:t>
            </a:r>
            <a:endParaRPr sz="5000">
              <a:latin typeface="Georgia" panose="02040502050405020303"/>
              <a:cs typeface="Georgia" panose="02040502050405020303"/>
            </a:endParaRPr>
          </a:p>
          <a:p>
            <a:pPr marL="234950" marR="2289175" indent="-165735">
              <a:lnSpc>
                <a:spcPts val="5300"/>
              </a:lnSpc>
            </a:pPr>
            <a:r>
              <a:rPr sz="5000" i="0" spc="75" dirty="0">
                <a:latin typeface="Georgia" panose="02040502050405020303"/>
                <a:cs typeface="Georgia" panose="02040502050405020303"/>
              </a:rPr>
              <a:t>To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40" dirty="0">
                <a:latin typeface="Georgia" panose="02040502050405020303"/>
                <a:cs typeface="Georgia" panose="02040502050405020303"/>
              </a:rPr>
              <a:t>implement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475" dirty="0">
                <a:latin typeface="Georgia" panose="02040502050405020303"/>
                <a:cs typeface="Georgia" panose="02040502050405020303"/>
              </a:rPr>
              <a:t>a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434" dirty="0">
                <a:latin typeface="Georgia" panose="02040502050405020303"/>
                <a:cs typeface="Georgia" panose="02040502050405020303"/>
              </a:rPr>
              <a:t>user-</a:t>
            </a:r>
            <a:r>
              <a:rPr sz="5000" i="0" spc="335" dirty="0">
                <a:latin typeface="Georgia" panose="02040502050405020303"/>
                <a:cs typeface="Georgia" panose="02040502050405020303"/>
              </a:rPr>
              <a:t>friendly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35" dirty="0">
                <a:latin typeface="Georgia" panose="02040502050405020303"/>
                <a:cs typeface="Georgia" panose="02040502050405020303"/>
              </a:rPr>
              <a:t>web</a:t>
            </a:r>
            <a:r>
              <a:rPr sz="5000" i="0" spc="20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30" dirty="0">
                <a:latin typeface="Georgia" panose="02040502050405020303"/>
                <a:cs typeface="Georgia" panose="02040502050405020303"/>
              </a:rPr>
              <a:t>application </a:t>
            </a:r>
            <a:r>
              <a:rPr sz="5000" i="0" spc="400" dirty="0">
                <a:latin typeface="Georgia" panose="02040502050405020303"/>
                <a:cs typeface="Georgia" panose="02040502050405020303"/>
              </a:rPr>
              <a:t>for</a:t>
            </a:r>
            <a:r>
              <a:rPr sz="5000" i="0" spc="18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295" dirty="0">
                <a:latin typeface="Georgia" panose="02040502050405020303"/>
                <a:cs typeface="Georgia" panose="02040502050405020303"/>
              </a:rPr>
              <a:t>predictions.</a:t>
            </a:r>
            <a:endParaRPr sz="5000">
              <a:latin typeface="Georgia" panose="02040502050405020303"/>
              <a:cs typeface="Georgia" panose="02040502050405020303"/>
            </a:endParaRPr>
          </a:p>
          <a:p>
            <a:pPr marL="69850" marR="1638300">
              <a:lnSpc>
                <a:spcPts val="5300"/>
              </a:lnSpc>
            </a:pPr>
            <a:r>
              <a:rPr sz="5000" i="0" spc="75" dirty="0">
                <a:latin typeface="Georgia" panose="02040502050405020303"/>
                <a:cs typeface="Georgia" panose="02040502050405020303"/>
              </a:rPr>
              <a:t>To</a:t>
            </a:r>
            <a:r>
              <a:rPr sz="5000" i="0" spc="210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85" dirty="0">
                <a:latin typeface="Georgia" panose="02040502050405020303"/>
                <a:cs typeface="Georgia" panose="02040502050405020303"/>
              </a:rPr>
              <a:t>increase</a:t>
            </a:r>
            <a:r>
              <a:rPr sz="5000" i="0" spc="21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55" dirty="0">
                <a:latin typeface="Georgia" panose="02040502050405020303"/>
                <a:cs typeface="Georgia" panose="02040502050405020303"/>
              </a:rPr>
              <a:t>crop</a:t>
            </a:r>
            <a:r>
              <a:rPr sz="5000" i="0" spc="21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25" dirty="0">
                <a:latin typeface="Georgia" panose="02040502050405020303"/>
                <a:cs typeface="Georgia" panose="02040502050405020303"/>
              </a:rPr>
              <a:t>productivity</a:t>
            </a:r>
            <a:r>
              <a:rPr sz="5000" i="0" spc="21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380" dirty="0">
                <a:latin typeface="Georgia" panose="02040502050405020303"/>
                <a:cs typeface="Georgia" panose="02040502050405020303"/>
              </a:rPr>
              <a:t>using</a:t>
            </a:r>
            <a:r>
              <a:rPr sz="5000" i="0" spc="215" dirty="0">
                <a:latin typeface="Georgia" panose="02040502050405020303"/>
                <a:cs typeface="Georgia" panose="02040502050405020303"/>
              </a:rPr>
              <a:t> </a:t>
            </a:r>
            <a:r>
              <a:rPr sz="5000" i="0" spc="409" dirty="0">
                <a:latin typeface="Georgia" panose="02040502050405020303"/>
                <a:cs typeface="Georgia" panose="02040502050405020303"/>
              </a:rPr>
              <a:t>data-</a:t>
            </a:r>
            <a:r>
              <a:rPr sz="5000" i="0" spc="285" dirty="0">
                <a:latin typeface="Georgia" panose="02040502050405020303"/>
                <a:cs typeface="Georgia" panose="02040502050405020303"/>
              </a:rPr>
              <a:t>driven </a:t>
            </a:r>
            <a:r>
              <a:rPr sz="5000" i="0" spc="325" dirty="0">
                <a:latin typeface="Georgia" panose="02040502050405020303"/>
                <a:cs typeface="Georgia" panose="02040502050405020303"/>
              </a:rPr>
              <a:t>insights.</a:t>
            </a:r>
            <a:endParaRPr sz="50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11938" y="1306549"/>
            <a:ext cx="742454" cy="7416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9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700" spc="-5" dirty="0"/>
              <a:t>S</a:t>
            </a:r>
            <a:r>
              <a:rPr sz="10700" spc="-635" dirty="0"/>
              <a:t>T</a:t>
            </a:r>
            <a:r>
              <a:rPr sz="10700" spc="-5" dirty="0"/>
              <a:t>A</a:t>
            </a:r>
            <a:r>
              <a:rPr sz="10700" spc="-10" dirty="0"/>
              <a:t>KEHO</a:t>
            </a:r>
            <a:r>
              <a:rPr sz="10700" spc="-5" dirty="0"/>
              <a:t>L</a:t>
            </a:r>
            <a:r>
              <a:rPr sz="10700" spc="-10" dirty="0"/>
              <a:t>DER</a:t>
            </a:r>
            <a:r>
              <a:rPr sz="10700" dirty="0"/>
              <a:t>S</a:t>
            </a:r>
            <a:endParaRPr sz="10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99" y="4881298"/>
            <a:ext cx="200025" cy="200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99" y="5471848"/>
            <a:ext cx="200025" cy="200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99" y="6652948"/>
            <a:ext cx="200025" cy="200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99" y="7243498"/>
            <a:ext cx="200025" cy="200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99" y="7834048"/>
            <a:ext cx="200025" cy="2000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723" rIns="0" bIns="0" rtlCol="0">
            <a:spAutoFit/>
          </a:bodyPr>
          <a:lstStyle/>
          <a:p>
            <a:pPr marL="12700">
              <a:lnSpc>
                <a:spcPts val="4965"/>
              </a:lnSpc>
              <a:spcBef>
                <a:spcPts val="95"/>
              </a:spcBef>
            </a:pPr>
            <a:r>
              <a:rPr spc="-180" dirty="0">
                <a:solidFill>
                  <a:srgbClr val="83E3F7"/>
                </a:solidFill>
              </a:rPr>
              <a:t>Farmers</a:t>
            </a:r>
            <a:r>
              <a:rPr spc="-610" dirty="0">
                <a:solidFill>
                  <a:srgbClr val="83E3F7"/>
                </a:solidFill>
              </a:rPr>
              <a:t> </a:t>
            </a:r>
            <a:r>
              <a:rPr dirty="0"/>
              <a:t>–</a:t>
            </a:r>
            <a:r>
              <a:rPr spc="-615" dirty="0"/>
              <a:t> </a:t>
            </a:r>
            <a:r>
              <a:rPr spc="-10" dirty="0"/>
              <a:t>Use</a:t>
            </a:r>
            <a:r>
              <a:rPr spc="-615" dirty="0"/>
              <a:t> </a:t>
            </a:r>
            <a:r>
              <a:rPr spc="-100" dirty="0"/>
              <a:t>predictions</a:t>
            </a:r>
            <a:r>
              <a:rPr spc="-610" dirty="0"/>
              <a:t> </a:t>
            </a:r>
            <a:r>
              <a:rPr spc="-20" dirty="0"/>
              <a:t>for</a:t>
            </a:r>
            <a:r>
              <a:rPr spc="-705" dirty="0"/>
              <a:t> </a:t>
            </a:r>
            <a:r>
              <a:rPr spc="-75" dirty="0"/>
              <a:t>crop</a:t>
            </a:r>
            <a:r>
              <a:rPr spc="-610" dirty="0"/>
              <a:t> </a:t>
            </a:r>
            <a:r>
              <a:rPr spc="-10" dirty="0"/>
              <a:t>selection.</a:t>
            </a:r>
            <a:endParaRPr spc="-10" dirty="0"/>
          </a:p>
          <a:p>
            <a:pPr marL="12700" marR="5080">
              <a:lnSpc>
                <a:spcPts val="4650"/>
              </a:lnSpc>
              <a:spcBef>
                <a:spcPts val="365"/>
              </a:spcBef>
            </a:pPr>
            <a:r>
              <a:rPr spc="-130" dirty="0">
                <a:solidFill>
                  <a:srgbClr val="83E3F7"/>
                </a:solidFill>
              </a:rPr>
              <a:t>Agricultural</a:t>
            </a:r>
            <a:r>
              <a:rPr spc="-600" dirty="0">
                <a:solidFill>
                  <a:srgbClr val="83E3F7"/>
                </a:solidFill>
              </a:rPr>
              <a:t> </a:t>
            </a:r>
            <a:r>
              <a:rPr spc="-75" dirty="0">
                <a:solidFill>
                  <a:srgbClr val="83E3F7"/>
                </a:solidFill>
              </a:rPr>
              <a:t>Researchers</a:t>
            </a:r>
            <a:r>
              <a:rPr spc="-595" dirty="0">
                <a:solidFill>
                  <a:srgbClr val="83E3F7"/>
                </a:solidFill>
              </a:rPr>
              <a:t> </a:t>
            </a:r>
            <a:r>
              <a:rPr dirty="0"/>
              <a:t>–</a:t>
            </a:r>
            <a:r>
              <a:rPr spc="-600" dirty="0"/>
              <a:t> </a:t>
            </a:r>
            <a:r>
              <a:rPr spc="-210" dirty="0"/>
              <a:t>Study</a:t>
            </a:r>
            <a:r>
              <a:rPr spc="-685" dirty="0"/>
              <a:t> </a:t>
            </a:r>
            <a:r>
              <a:rPr spc="-80" dirty="0"/>
              <a:t>patterns</a:t>
            </a:r>
            <a:r>
              <a:rPr spc="-600" dirty="0"/>
              <a:t> </a:t>
            </a:r>
            <a:r>
              <a:rPr spc="-210" dirty="0"/>
              <a:t>and</a:t>
            </a:r>
            <a:r>
              <a:rPr spc="-595" dirty="0"/>
              <a:t> </a:t>
            </a:r>
            <a:r>
              <a:rPr spc="-220" dirty="0"/>
              <a:t>develop</a:t>
            </a:r>
            <a:r>
              <a:rPr spc="-600" dirty="0"/>
              <a:t> </a:t>
            </a:r>
            <a:r>
              <a:rPr spc="-80" dirty="0"/>
              <a:t>better</a:t>
            </a:r>
            <a:r>
              <a:rPr spc="-685" dirty="0"/>
              <a:t> </a:t>
            </a:r>
            <a:r>
              <a:rPr spc="-20" dirty="0"/>
              <a:t>crop </a:t>
            </a:r>
            <a:r>
              <a:rPr spc="-50" dirty="0"/>
              <a:t>strategies.</a:t>
            </a:r>
            <a:endParaRPr spc="-50" dirty="0"/>
          </a:p>
          <a:p>
            <a:pPr marL="12700" marR="1289050">
              <a:lnSpc>
                <a:spcPts val="4650"/>
              </a:lnSpc>
            </a:pPr>
            <a:r>
              <a:rPr spc="-225" dirty="0">
                <a:solidFill>
                  <a:srgbClr val="83E3F7"/>
                </a:solidFill>
              </a:rPr>
              <a:t>Government</a:t>
            </a:r>
            <a:r>
              <a:rPr spc="-740" dirty="0">
                <a:solidFill>
                  <a:srgbClr val="83E3F7"/>
                </a:solidFill>
              </a:rPr>
              <a:t> </a:t>
            </a:r>
            <a:r>
              <a:rPr spc="-110" dirty="0">
                <a:solidFill>
                  <a:srgbClr val="83E3F7"/>
                </a:solidFill>
              </a:rPr>
              <a:t>Agencies</a:t>
            </a:r>
            <a:r>
              <a:rPr spc="-600" dirty="0">
                <a:solidFill>
                  <a:srgbClr val="83E3F7"/>
                </a:solidFill>
              </a:rPr>
              <a:t> </a:t>
            </a:r>
            <a:r>
              <a:rPr dirty="0"/>
              <a:t>–</a:t>
            </a:r>
            <a:r>
              <a:rPr spc="-600" dirty="0"/>
              <a:t> </a:t>
            </a:r>
            <a:r>
              <a:rPr spc="-10" dirty="0"/>
              <a:t>Use</a:t>
            </a:r>
            <a:r>
              <a:rPr spc="-600" dirty="0"/>
              <a:t> </a:t>
            </a:r>
            <a:r>
              <a:rPr spc="-100" dirty="0"/>
              <a:t>insights</a:t>
            </a:r>
            <a:r>
              <a:rPr spc="-600" dirty="0"/>
              <a:t> </a:t>
            </a:r>
            <a:r>
              <a:rPr spc="-20" dirty="0"/>
              <a:t>for</a:t>
            </a:r>
            <a:r>
              <a:rPr spc="-690" dirty="0"/>
              <a:t> </a:t>
            </a:r>
            <a:r>
              <a:rPr spc="-120" dirty="0"/>
              <a:t>agricultural</a:t>
            </a:r>
            <a:r>
              <a:rPr spc="-600" dirty="0"/>
              <a:t> </a:t>
            </a:r>
            <a:r>
              <a:rPr spc="-285" dirty="0"/>
              <a:t>planning. </a:t>
            </a:r>
            <a:r>
              <a:rPr spc="-160" dirty="0">
                <a:solidFill>
                  <a:srgbClr val="83E3F7"/>
                </a:solidFill>
              </a:rPr>
              <a:t>Developers</a:t>
            </a:r>
            <a:r>
              <a:rPr spc="-610" dirty="0">
                <a:solidFill>
                  <a:srgbClr val="83E3F7"/>
                </a:solidFill>
              </a:rPr>
              <a:t> </a:t>
            </a:r>
            <a:r>
              <a:rPr dirty="0"/>
              <a:t>–</a:t>
            </a:r>
            <a:r>
              <a:rPr spc="-615" dirty="0"/>
              <a:t> </a:t>
            </a:r>
            <a:r>
              <a:rPr spc="-90" dirty="0"/>
              <a:t>Maintain</a:t>
            </a:r>
            <a:r>
              <a:rPr spc="-610" dirty="0"/>
              <a:t> </a:t>
            </a:r>
            <a:r>
              <a:rPr spc="-210" dirty="0"/>
              <a:t>and</a:t>
            </a:r>
            <a:r>
              <a:rPr spc="-615" dirty="0"/>
              <a:t> </a:t>
            </a:r>
            <a:r>
              <a:rPr spc="-155" dirty="0"/>
              <a:t>update</a:t>
            </a:r>
            <a:r>
              <a:rPr spc="-615" dirty="0"/>
              <a:t> </a:t>
            </a:r>
            <a:r>
              <a:rPr spc="-125" dirty="0"/>
              <a:t>the</a:t>
            </a:r>
            <a:r>
              <a:rPr spc="-615" dirty="0"/>
              <a:t> </a:t>
            </a:r>
            <a:r>
              <a:rPr spc="-60" dirty="0"/>
              <a:t>application.</a:t>
            </a:r>
            <a:endParaRPr spc="-60" dirty="0"/>
          </a:p>
          <a:p>
            <a:pPr marL="12700">
              <a:lnSpc>
                <a:spcPts val="4600"/>
              </a:lnSpc>
            </a:pPr>
            <a:r>
              <a:rPr spc="-160" dirty="0">
                <a:solidFill>
                  <a:srgbClr val="83E3F7"/>
                </a:solidFill>
              </a:rPr>
              <a:t>Agri-</a:t>
            </a:r>
            <a:r>
              <a:rPr spc="-130" dirty="0">
                <a:solidFill>
                  <a:srgbClr val="83E3F7"/>
                </a:solidFill>
              </a:rPr>
              <a:t>Markets/Traders</a:t>
            </a:r>
            <a:r>
              <a:rPr spc="-605" dirty="0">
                <a:solidFill>
                  <a:srgbClr val="83E3F7"/>
                </a:solidFill>
              </a:rPr>
              <a:t> </a:t>
            </a:r>
            <a:r>
              <a:rPr dirty="0"/>
              <a:t>–</a:t>
            </a:r>
            <a:r>
              <a:rPr spc="-600" dirty="0"/>
              <a:t> </a:t>
            </a:r>
            <a:r>
              <a:rPr spc="-10" dirty="0"/>
              <a:t>Predict</a:t>
            </a:r>
            <a:r>
              <a:rPr spc="-605" dirty="0"/>
              <a:t> </a:t>
            </a:r>
            <a:r>
              <a:rPr spc="-225" dirty="0"/>
              <a:t>market</a:t>
            </a:r>
            <a:r>
              <a:rPr spc="-600" dirty="0"/>
              <a:t> </a:t>
            </a:r>
            <a:r>
              <a:rPr spc="-254" dirty="0"/>
              <a:t>demand</a:t>
            </a:r>
            <a:r>
              <a:rPr spc="-600" dirty="0"/>
              <a:t> </a:t>
            </a:r>
            <a:r>
              <a:rPr spc="-210" dirty="0"/>
              <a:t>and</a:t>
            </a:r>
            <a:r>
              <a:rPr spc="-605" dirty="0"/>
              <a:t> </a:t>
            </a:r>
            <a:r>
              <a:rPr spc="-335" dirty="0"/>
              <a:t>supply.</a:t>
            </a:r>
            <a:endParaRPr spc="-3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2648" y="3803999"/>
            <a:ext cx="18796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1.</a:t>
            </a:r>
            <a:endParaRPr sz="19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34577" y="3663673"/>
            <a:ext cx="23812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2.</a:t>
            </a:r>
            <a:endParaRPr sz="20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4978" y="923174"/>
            <a:ext cx="8964295" cy="14147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854075" marR="5080" indent="-842010">
              <a:lnSpc>
                <a:spcPts val="5100"/>
              </a:lnSpc>
              <a:spcBef>
                <a:spcPts val="885"/>
              </a:spcBef>
            </a:pPr>
            <a:r>
              <a:rPr sz="48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PROGRAMMING</a:t>
            </a:r>
            <a:r>
              <a:rPr sz="4850" spc="33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850" spc="-5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LANGUAGES, </a:t>
            </a:r>
            <a:r>
              <a:rPr sz="48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TOOLS,</a:t>
            </a:r>
            <a:r>
              <a:rPr sz="4850" spc="-2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8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4850" spc="-2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850" spc="3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S</a:t>
            </a:r>
            <a:r>
              <a:rPr sz="4850" spc="3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O</a:t>
            </a:r>
            <a:r>
              <a:rPr sz="4850" spc="13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F</a:t>
            </a:r>
            <a:r>
              <a:rPr sz="4850" spc="3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T</a:t>
            </a:r>
            <a:r>
              <a:rPr sz="4850" spc="-4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W</a:t>
            </a:r>
            <a:r>
              <a:rPr sz="4850" spc="3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AR</a:t>
            </a:r>
            <a:r>
              <a:rPr sz="4850" spc="4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E</a:t>
            </a:r>
            <a:endParaRPr sz="48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0530" y="3554420"/>
            <a:ext cx="4813300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50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Python,HTML,</a:t>
            </a:r>
            <a:r>
              <a:rPr sz="4050" spc="1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050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CSS</a:t>
            </a:r>
            <a:endParaRPr sz="40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7583" y="3622691"/>
            <a:ext cx="2793365" cy="807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VS</a:t>
            </a:r>
            <a:r>
              <a:rPr sz="5100" spc="2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5100" spc="-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CODE</a:t>
            </a:r>
            <a:endParaRPr sz="51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7815" y="3626458"/>
            <a:ext cx="100152" cy="1001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7815" y="3993684"/>
            <a:ext cx="100152" cy="1001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7815" y="4728136"/>
            <a:ext cx="100152" cy="10015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7815" y="5462588"/>
            <a:ext cx="100152" cy="1001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77815" y="5829814"/>
            <a:ext cx="100152" cy="10015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424495" y="3415039"/>
            <a:ext cx="4942840" cy="2647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095"/>
              </a:lnSpc>
              <a:spcBef>
                <a:spcPts val="95"/>
              </a:spcBef>
            </a:pPr>
            <a:r>
              <a:rPr sz="2750" spc="20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Python</a:t>
            </a:r>
            <a:r>
              <a:rPr sz="2750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1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Backend</a:t>
            </a:r>
            <a:r>
              <a:rPr sz="2750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1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logic</a:t>
            </a:r>
            <a:endParaRPr sz="2750">
              <a:latin typeface="Georgia" panose="02040502050405020303"/>
              <a:cs typeface="Georgia" panose="02040502050405020303"/>
            </a:endParaRPr>
          </a:p>
          <a:p>
            <a:pPr marL="12700" marR="5080">
              <a:lnSpc>
                <a:spcPts val="2890"/>
              </a:lnSpc>
              <a:spcBef>
                <a:spcPts val="235"/>
              </a:spcBef>
            </a:pPr>
            <a:r>
              <a:rPr sz="2750" spc="1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Flask</a:t>
            </a:r>
            <a:r>
              <a:rPr sz="2750" spc="1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Web</a:t>
            </a:r>
            <a:r>
              <a:rPr sz="275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20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framework</a:t>
            </a:r>
            <a:r>
              <a:rPr sz="2750" spc="1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275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UI </a:t>
            </a:r>
            <a:r>
              <a:rPr sz="2750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2750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1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routing</a:t>
            </a:r>
            <a:endParaRPr sz="2750">
              <a:latin typeface="Georgia" panose="02040502050405020303"/>
              <a:cs typeface="Georgia" panose="02040502050405020303"/>
            </a:endParaRPr>
          </a:p>
          <a:p>
            <a:pPr marL="12700" marR="1043940">
              <a:lnSpc>
                <a:spcPts val="2890"/>
              </a:lnSpc>
              <a:spcBef>
                <a:spcPts val="5"/>
              </a:spcBef>
              <a:tabLst>
                <a:tab pos="2266315" algn="l"/>
              </a:tabLst>
            </a:pPr>
            <a:r>
              <a:rPr sz="27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HTML</a:t>
            </a:r>
            <a:r>
              <a:rPr sz="2750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-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+</a:t>
            </a:r>
            <a:r>
              <a:rPr sz="2750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CSS</a:t>
            </a:r>
            <a:r>
              <a:rPr sz="27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2750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Frontend </a:t>
            </a:r>
            <a:r>
              <a:rPr sz="2750" spc="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interface</a:t>
            </a:r>
            <a:endParaRPr sz="2750">
              <a:latin typeface="Georgia" panose="02040502050405020303"/>
              <a:cs typeface="Georgia" panose="02040502050405020303"/>
            </a:endParaRPr>
          </a:p>
          <a:p>
            <a:pPr marL="110490" marR="398780">
              <a:lnSpc>
                <a:spcPts val="2890"/>
              </a:lnSpc>
              <a:tabLst>
                <a:tab pos="972185" algn="l"/>
                <a:tab pos="1592580" algn="l"/>
              </a:tabLst>
            </a:pPr>
            <a:r>
              <a:rPr sz="2750" spc="1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Pandas</a:t>
            </a:r>
            <a:r>
              <a:rPr sz="27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2750" spc="20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Dataset</a:t>
            </a:r>
            <a:r>
              <a:rPr sz="2750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1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filtering </a:t>
            </a:r>
            <a:r>
              <a:rPr sz="275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CSV</a:t>
            </a:r>
            <a:r>
              <a:rPr sz="27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	</a:t>
            </a:r>
            <a:r>
              <a:rPr sz="2750" spc="1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Data</a:t>
            </a:r>
            <a:r>
              <a:rPr sz="2750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750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storage</a:t>
            </a:r>
            <a:endParaRPr sz="275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073" y="3783674"/>
            <a:ext cx="26543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3.</a:t>
            </a:r>
            <a:endParaRPr sz="23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9362" y="6254302"/>
            <a:ext cx="15234285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8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FRONT-END</a:t>
            </a:r>
            <a:r>
              <a:rPr sz="4850" spc="9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8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VIEW</a:t>
            </a:r>
            <a:r>
              <a:rPr sz="4850" spc="8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8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OF</a:t>
            </a:r>
            <a:r>
              <a:rPr sz="4850" spc="9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85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WEB/MOBILE</a:t>
            </a:r>
            <a:r>
              <a:rPr sz="4850" spc="85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4850" spc="-10" dirty="0">
                <a:solidFill>
                  <a:srgbClr val="83E3F7"/>
                </a:solidFill>
                <a:latin typeface="Georgia" panose="02040502050405020303"/>
                <a:cs typeface="Georgia" panose="02040502050405020303"/>
              </a:rPr>
              <a:t>APPLICATION</a:t>
            </a:r>
            <a:endParaRPr sz="485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14" y="6308389"/>
            <a:ext cx="742454" cy="74168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7021" y="7050654"/>
            <a:ext cx="4343399" cy="28955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89108" y="7050654"/>
            <a:ext cx="3848099" cy="3057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45334" y="545174"/>
            <a:ext cx="742454" cy="74168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63788" y="246388"/>
            <a:ext cx="9753600" cy="2439035"/>
            <a:chOff x="3863788" y="246388"/>
            <a:chExt cx="9753600" cy="2439035"/>
          </a:xfrm>
        </p:grpSpPr>
        <p:sp>
          <p:nvSpPr>
            <p:cNvPr id="4" name="object 4"/>
            <p:cNvSpPr/>
            <p:nvPr/>
          </p:nvSpPr>
          <p:spPr>
            <a:xfrm>
              <a:off x="3914832" y="292569"/>
              <a:ext cx="9651365" cy="2346325"/>
            </a:xfrm>
            <a:custGeom>
              <a:avLst/>
              <a:gdLst/>
              <a:ahLst/>
              <a:cxnLst/>
              <a:rect l="l" t="t" r="r" b="b"/>
              <a:pathLst>
                <a:path w="9651365" h="2346325">
                  <a:moveTo>
                    <a:pt x="3626388" y="2346130"/>
                  </a:moveTo>
                  <a:lnTo>
                    <a:pt x="1432153" y="2346130"/>
                  </a:lnTo>
                  <a:lnTo>
                    <a:pt x="855390" y="1825129"/>
                  </a:lnTo>
                  <a:lnTo>
                    <a:pt x="847912" y="1818300"/>
                  </a:lnTo>
                  <a:lnTo>
                    <a:pt x="220431" y="1818300"/>
                  </a:lnTo>
                  <a:lnTo>
                    <a:pt x="0" y="1619266"/>
                  </a:lnTo>
                  <a:lnTo>
                    <a:pt x="0" y="1345756"/>
                  </a:lnTo>
                  <a:lnTo>
                    <a:pt x="408675" y="975982"/>
                  </a:lnTo>
                  <a:lnTo>
                    <a:pt x="408675" y="792233"/>
                  </a:lnTo>
                  <a:lnTo>
                    <a:pt x="805972" y="424085"/>
                  </a:lnTo>
                  <a:lnTo>
                    <a:pt x="2096048" y="424085"/>
                  </a:lnTo>
                  <a:lnTo>
                    <a:pt x="2576250" y="0"/>
                  </a:lnTo>
                  <a:lnTo>
                    <a:pt x="4222333" y="0"/>
                  </a:lnTo>
                  <a:lnTo>
                    <a:pt x="4280204" y="52360"/>
                  </a:lnTo>
                  <a:lnTo>
                    <a:pt x="7947558" y="52360"/>
                  </a:lnTo>
                  <a:lnTo>
                    <a:pt x="8453770" y="509943"/>
                  </a:lnTo>
                  <a:lnTo>
                    <a:pt x="9470420" y="509943"/>
                  </a:lnTo>
                  <a:lnTo>
                    <a:pt x="9650861" y="666699"/>
                  </a:lnTo>
                  <a:lnTo>
                    <a:pt x="9636555" y="1484950"/>
                  </a:lnTo>
                  <a:lnTo>
                    <a:pt x="9564379" y="1549994"/>
                  </a:lnTo>
                  <a:lnTo>
                    <a:pt x="9564379" y="1692440"/>
                  </a:lnTo>
                  <a:lnTo>
                    <a:pt x="9350960" y="1885295"/>
                  </a:lnTo>
                  <a:lnTo>
                    <a:pt x="4112442" y="1885295"/>
                  </a:lnTo>
                  <a:lnTo>
                    <a:pt x="4098721" y="1898304"/>
                  </a:lnTo>
                  <a:lnTo>
                    <a:pt x="3233968" y="1898304"/>
                  </a:lnTo>
                  <a:lnTo>
                    <a:pt x="2736210" y="1898954"/>
                  </a:lnTo>
                  <a:lnTo>
                    <a:pt x="2336637" y="2259948"/>
                  </a:lnTo>
                  <a:lnTo>
                    <a:pt x="2336312" y="2260273"/>
                  </a:lnTo>
                  <a:lnTo>
                    <a:pt x="3716944" y="2260273"/>
                  </a:lnTo>
                  <a:lnTo>
                    <a:pt x="3626388" y="2346130"/>
                  </a:lnTo>
                  <a:close/>
                </a:path>
                <a:path w="9651365" h="2346325">
                  <a:moveTo>
                    <a:pt x="9207722" y="2014732"/>
                  </a:moveTo>
                  <a:lnTo>
                    <a:pt x="8128974" y="2014732"/>
                  </a:lnTo>
                  <a:lnTo>
                    <a:pt x="7985596" y="1885295"/>
                  </a:lnTo>
                  <a:lnTo>
                    <a:pt x="9350960" y="1885295"/>
                  </a:lnTo>
                  <a:lnTo>
                    <a:pt x="9207722" y="2014732"/>
                  </a:lnTo>
                  <a:close/>
                </a:path>
                <a:path w="9651365" h="2346325">
                  <a:moveTo>
                    <a:pt x="3516498" y="2260273"/>
                  </a:moveTo>
                  <a:lnTo>
                    <a:pt x="2833421" y="2260273"/>
                  </a:lnTo>
                  <a:lnTo>
                    <a:pt x="3233968" y="1898304"/>
                  </a:lnTo>
                  <a:lnTo>
                    <a:pt x="3917046" y="1898304"/>
                  </a:lnTo>
                  <a:lnTo>
                    <a:pt x="3419287" y="1898954"/>
                  </a:lnTo>
                  <a:lnTo>
                    <a:pt x="3019714" y="2259948"/>
                  </a:lnTo>
                  <a:lnTo>
                    <a:pt x="3516823" y="2259948"/>
                  </a:lnTo>
                  <a:lnTo>
                    <a:pt x="3516498" y="2260273"/>
                  </a:lnTo>
                  <a:close/>
                </a:path>
                <a:path w="9651365" h="2346325">
                  <a:moveTo>
                    <a:pt x="3716944" y="2260273"/>
                  </a:moveTo>
                  <a:lnTo>
                    <a:pt x="3516498" y="2260273"/>
                  </a:lnTo>
                  <a:lnTo>
                    <a:pt x="3917046" y="1898304"/>
                  </a:lnTo>
                  <a:lnTo>
                    <a:pt x="4098721" y="1898304"/>
                  </a:lnTo>
                  <a:lnTo>
                    <a:pt x="3716944" y="2260273"/>
                  </a:lnTo>
                  <a:close/>
                </a:path>
              </a:pathLst>
            </a:custGeom>
            <a:solidFill>
              <a:srgbClr val="00BADE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63784" y="246391"/>
              <a:ext cx="9753600" cy="2439035"/>
            </a:xfrm>
            <a:custGeom>
              <a:avLst/>
              <a:gdLst/>
              <a:ahLst/>
              <a:cxnLst/>
              <a:rect l="l" t="t" r="r" b="b"/>
              <a:pathLst>
                <a:path w="9753600" h="2439035">
                  <a:moveTo>
                    <a:pt x="3285007" y="1944484"/>
                  </a:moveTo>
                  <a:lnTo>
                    <a:pt x="2787256" y="1945132"/>
                  </a:lnTo>
                  <a:lnTo>
                    <a:pt x="2387676" y="2306459"/>
                  </a:lnTo>
                  <a:lnTo>
                    <a:pt x="2884792" y="2306459"/>
                  </a:lnTo>
                  <a:lnTo>
                    <a:pt x="3285007" y="1944484"/>
                  </a:lnTo>
                  <a:close/>
                </a:path>
                <a:path w="9753600" h="2439035">
                  <a:moveTo>
                    <a:pt x="3968089" y="1944484"/>
                  </a:moveTo>
                  <a:lnTo>
                    <a:pt x="3470325" y="1945132"/>
                  </a:lnTo>
                  <a:lnTo>
                    <a:pt x="3070428" y="2306459"/>
                  </a:lnTo>
                  <a:lnTo>
                    <a:pt x="3567544" y="2306459"/>
                  </a:lnTo>
                  <a:lnTo>
                    <a:pt x="3968089" y="1944484"/>
                  </a:lnTo>
                  <a:close/>
                </a:path>
                <a:path w="9753600" h="2439035">
                  <a:moveTo>
                    <a:pt x="9753270" y="693039"/>
                  </a:moveTo>
                  <a:lnTo>
                    <a:pt x="9701898" y="648347"/>
                  </a:lnTo>
                  <a:lnTo>
                    <a:pt x="9701898" y="713536"/>
                  </a:lnTo>
                  <a:lnTo>
                    <a:pt x="9687598" y="1531137"/>
                  </a:lnTo>
                  <a:lnTo>
                    <a:pt x="9615424" y="1596174"/>
                  </a:lnTo>
                  <a:lnTo>
                    <a:pt x="9615424" y="1738630"/>
                  </a:lnTo>
                  <a:lnTo>
                    <a:pt x="9258770" y="2060917"/>
                  </a:lnTo>
                  <a:lnTo>
                    <a:pt x="8180019" y="2060917"/>
                  </a:lnTo>
                  <a:lnTo>
                    <a:pt x="8088160" y="1977986"/>
                  </a:lnTo>
                  <a:lnTo>
                    <a:pt x="8036636" y="1931479"/>
                  </a:lnTo>
                  <a:lnTo>
                    <a:pt x="4163479" y="1931479"/>
                  </a:lnTo>
                  <a:lnTo>
                    <a:pt x="3677424" y="2392311"/>
                  </a:lnTo>
                  <a:lnTo>
                    <a:pt x="1483525" y="2392311"/>
                  </a:lnTo>
                  <a:lnTo>
                    <a:pt x="899274" y="1864487"/>
                  </a:lnTo>
                  <a:lnTo>
                    <a:pt x="271475" y="1864487"/>
                  </a:lnTo>
                  <a:lnTo>
                    <a:pt x="51041" y="1665452"/>
                  </a:lnTo>
                  <a:lnTo>
                    <a:pt x="51041" y="1391945"/>
                  </a:lnTo>
                  <a:lnTo>
                    <a:pt x="459714" y="1022819"/>
                  </a:lnTo>
                  <a:lnTo>
                    <a:pt x="459714" y="839063"/>
                  </a:lnTo>
                  <a:lnTo>
                    <a:pt x="857008" y="470916"/>
                  </a:lnTo>
                  <a:lnTo>
                    <a:pt x="2147087" y="470916"/>
                  </a:lnTo>
                  <a:lnTo>
                    <a:pt x="2627287" y="46837"/>
                  </a:lnTo>
                  <a:lnTo>
                    <a:pt x="4273372" y="46837"/>
                  </a:lnTo>
                  <a:lnTo>
                    <a:pt x="4331246" y="99199"/>
                  </a:lnTo>
                  <a:lnTo>
                    <a:pt x="7998600" y="99199"/>
                  </a:lnTo>
                  <a:lnTo>
                    <a:pt x="8504809" y="556780"/>
                  </a:lnTo>
                  <a:lnTo>
                    <a:pt x="9521457" y="556780"/>
                  </a:lnTo>
                  <a:lnTo>
                    <a:pt x="9701898" y="713536"/>
                  </a:lnTo>
                  <a:lnTo>
                    <a:pt x="9701898" y="648347"/>
                  </a:lnTo>
                  <a:lnTo>
                    <a:pt x="9444126" y="424091"/>
                  </a:lnTo>
                  <a:lnTo>
                    <a:pt x="9443758" y="423760"/>
                  </a:lnTo>
                  <a:lnTo>
                    <a:pt x="8674519" y="423760"/>
                  </a:lnTo>
                  <a:lnTo>
                    <a:pt x="8674519" y="424091"/>
                  </a:lnTo>
                  <a:lnTo>
                    <a:pt x="8266443" y="46837"/>
                  </a:lnTo>
                  <a:lnTo>
                    <a:pt x="8215782" y="0"/>
                  </a:lnTo>
                  <a:lnTo>
                    <a:pt x="2606154" y="0"/>
                  </a:lnTo>
                  <a:lnTo>
                    <a:pt x="2229675" y="332701"/>
                  </a:lnTo>
                  <a:lnTo>
                    <a:pt x="427202" y="332701"/>
                  </a:lnTo>
                  <a:lnTo>
                    <a:pt x="175234" y="560349"/>
                  </a:lnTo>
                  <a:lnTo>
                    <a:pt x="175234" y="1214043"/>
                  </a:lnTo>
                  <a:lnTo>
                    <a:pt x="0" y="1372425"/>
                  </a:lnTo>
                  <a:lnTo>
                    <a:pt x="0" y="1684642"/>
                  </a:lnTo>
                  <a:lnTo>
                    <a:pt x="250659" y="1910994"/>
                  </a:lnTo>
                  <a:lnTo>
                    <a:pt x="878141" y="1910994"/>
                  </a:lnTo>
                  <a:lnTo>
                    <a:pt x="1462392" y="2438819"/>
                  </a:lnTo>
                  <a:lnTo>
                    <a:pt x="3699865" y="2438819"/>
                  </a:lnTo>
                  <a:lnTo>
                    <a:pt x="3748913" y="2392311"/>
                  </a:lnTo>
                  <a:lnTo>
                    <a:pt x="4185920" y="1977986"/>
                  </a:lnTo>
                  <a:lnTo>
                    <a:pt x="8015503" y="1977986"/>
                  </a:lnTo>
                  <a:lnTo>
                    <a:pt x="8266176" y="2204339"/>
                  </a:lnTo>
                  <a:lnTo>
                    <a:pt x="9262669" y="2204339"/>
                  </a:lnTo>
                  <a:lnTo>
                    <a:pt x="9421457" y="2060917"/>
                  </a:lnTo>
                  <a:lnTo>
                    <a:pt x="9738322" y="1774723"/>
                  </a:lnTo>
                  <a:lnTo>
                    <a:pt x="9741713" y="1531785"/>
                  </a:lnTo>
                  <a:lnTo>
                    <a:pt x="9741713" y="1531124"/>
                  </a:lnTo>
                  <a:lnTo>
                    <a:pt x="9753270" y="703122"/>
                  </a:lnTo>
                  <a:lnTo>
                    <a:pt x="9753270" y="693039"/>
                  </a:lnTo>
                  <a:close/>
                </a:path>
              </a:pathLst>
            </a:custGeom>
            <a:solidFill>
              <a:srgbClr val="00BA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6814" rIns="0" bIns="0" rtlCol="0">
            <a:spAutoFit/>
          </a:bodyPr>
          <a:lstStyle/>
          <a:p>
            <a:pPr marL="688975" marR="5080" indent="2534285">
              <a:lnSpc>
                <a:spcPts val="4680"/>
              </a:lnSpc>
              <a:spcBef>
                <a:spcPts val="810"/>
              </a:spcBef>
            </a:pPr>
            <a:r>
              <a:rPr spc="-10" dirty="0"/>
              <a:t>SOFTWARE </a:t>
            </a:r>
            <a:r>
              <a:rPr dirty="0"/>
              <a:t>APPLICATION,CODE,AI</a:t>
            </a:r>
            <a:r>
              <a:rPr spc="90" dirty="0"/>
              <a:t> </a:t>
            </a:r>
            <a:r>
              <a:rPr spc="-10" dirty="0"/>
              <a:t>TOOLS</a:t>
            </a:r>
            <a:endParaRPr spc="-10" dirty="0"/>
          </a:p>
        </p:txBody>
      </p:sp>
      <p:sp>
        <p:nvSpPr>
          <p:cNvPr id="7" name="object 7"/>
          <p:cNvSpPr/>
          <p:nvPr/>
        </p:nvSpPr>
        <p:spPr>
          <a:xfrm>
            <a:off x="150612" y="3680981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5" h="864870">
                <a:moveTo>
                  <a:pt x="550353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5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3" y="38099"/>
                </a:lnTo>
                <a:close/>
              </a:path>
              <a:path w="865505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5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3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4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5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9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3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64650" y="461009"/>
                </a:lnTo>
                <a:lnTo>
                  <a:pt x="864602" y="463549"/>
                </a:lnTo>
                <a:lnTo>
                  <a:pt x="858594" y="510539"/>
                </a:lnTo>
                <a:lnTo>
                  <a:pt x="847398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5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5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5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1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20327" y="121919"/>
                </a:lnTo>
                <a:lnTo>
                  <a:pt x="268233" y="146049"/>
                </a:lnTo>
                <a:lnTo>
                  <a:pt x="220926" y="17906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5" h="864870">
                <a:moveTo>
                  <a:pt x="721301" y="181609"/>
                </a:moveTo>
                <a:lnTo>
                  <a:pt x="685198" y="146049"/>
                </a:lnTo>
                <a:lnTo>
                  <a:pt x="644583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1" y="181609"/>
                </a:lnTo>
                <a:close/>
              </a:path>
              <a:path w="865505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2829" y="40766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5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9" y="632459"/>
                </a:lnTo>
                <a:lnTo>
                  <a:pt x="780873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13253" y="39877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4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9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814187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8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5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9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5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04313" y="46354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5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5" h="864870">
                <a:moveTo>
                  <a:pt x="446545" y="822959"/>
                </a:moveTo>
                <a:lnTo>
                  <a:pt x="393514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8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7" y="820419"/>
                </a:lnTo>
                <a:lnTo>
                  <a:pt x="446545" y="822959"/>
                </a:lnTo>
                <a:close/>
              </a:path>
              <a:path w="865505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3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9" y="723899"/>
                </a:lnTo>
                <a:lnTo>
                  <a:pt x="337789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5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5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5" h="864870">
                <a:moveTo>
                  <a:pt x="461572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6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2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72389" y="3926793"/>
            <a:ext cx="1841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70" dirty="0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15372" y="3680981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4" h="864870">
                <a:moveTo>
                  <a:pt x="550353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5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3" y="38099"/>
                </a:lnTo>
                <a:close/>
              </a:path>
              <a:path w="865504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4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3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4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5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9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3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64650" y="461009"/>
                </a:lnTo>
                <a:lnTo>
                  <a:pt x="864602" y="463549"/>
                </a:lnTo>
                <a:lnTo>
                  <a:pt x="858594" y="510539"/>
                </a:lnTo>
                <a:lnTo>
                  <a:pt x="847398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4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4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4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1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20327" y="121919"/>
                </a:lnTo>
                <a:lnTo>
                  <a:pt x="268233" y="146049"/>
                </a:lnTo>
                <a:lnTo>
                  <a:pt x="220926" y="17906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4" h="864870">
                <a:moveTo>
                  <a:pt x="721301" y="181609"/>
                </a:moveTo>
                <a:lnTo>
                  <a:pt x="685198" y="146049"/>
                </a:lnTo>
                <a:lnTo>
                  <a:pt x="644583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1" y="181609"/>
                </a:lnTo>
                <a:close/>
              </a:path>
              <a:path w="865504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2829" y="40766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4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9" y="632459"/>
                </a:lnTo>
                <a:lnTo>
                  <a:pt x="780873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4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9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814187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8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4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9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4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04313" y="46354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4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4" h="864870">
                <a:moveTo>
                  <a:pt x="446545" y="822959"/>
                </a:moveTo>
                <a:lnTo>
                  <a:pt x="393514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8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7" y="820419"/>
                </a:lnTo>
                <a:lnTo>
                  <a:pt x="446545" y="822959"/>
                </a:lnTo>
                <a:close/>
              </a:path>
              <a:path w="865504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3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9" y="723899"/>
                </a:lnTo>
                <a:lnTo>
                  <a:pt x="337789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4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4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4" h="864870">
                <a:moveTo>
                  <a:pt x="461572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6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2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37149" y="3926793"/>
            <a:ext cx="23367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648369" y="3680981"/>
            <a:ext cx="865505" cy="864869"/>
          </a:xfrm>
          <a:custGeom>
            <a:avLst/>
            <a:gdLst/>
            <a:ahLst/>
            <a:cxnLst/>
            <a:rect l="l" t="t" r="r" b="b"/>
            <a:pathLst>
              <a:path w="865505" h="864870">
                <a:moveTo>
                  <a:pt x="550353" y="38099"/>
                </a:moveTo>
                <a:lnTo>
                  <a:pt x="532563" y="33019"/>
                </a:lnTo>
                <a:lnTo>
                  <a:pt x="514604" y="29209"/>
                </a:lnTo>
                <a:lnTo>
                  <a:pt x="459985" y="21589"/>
                </a:lnTo>
                <a:lnTo>
                  <a:pt x="404752" y="21589"/>
                </a:lnTo>
                <a:lnTo>
                  <a:pt x="403287" y="0"/>
                </a:lnTo>
                <a:lnTo>
                  <a:pt x="461438" y="0"/>
                </a:lnTo>
                <a:lnTo>
                  <a:pt x="519013" y="7619"/>
                </a:lnTo>
                <a:lnTo>
                  <a:pt x="556634" y="17779"/>
                </a:lnTo>
                <a:lnTo>
                  <a:pt x="550353" y="38099"/>
                </a:lnTo>
                <a:close/>
              </a:path>
              <a:path w="865505" h="864870">
                <a:moveTo>
                  <a:pt x="62367" y="253999"/>
                </a:moveTo>
                <a:lnTo>
                  <a:pt x="42569" y="243839"/>
                </a:lnTo>
                <a:lnTo>
                  <a:pt x="47471" y="234949"/>
                </a:lnTo>
                <a:lnTo>
                  <a:pt x="52621" y="224789"/>
                </a:lnTo>
                <a:lnTo>
                  <a:pt x="58016" y="214629"/>
                </a:lnTo>
                <a:lnTo>
                  <a:pt x="63655" y="205739"/>
                </a:lnTo>
                <a:lnTo>
                  <a:pt x="69538" y="196849"/>
                </a:lnTo>
                <a:lnTo>
                  <a:pt x="75662" y="186689"/>
                </a:lnTo>
                <a:lnTo>
                  <a:pt x="113104" y="139699"/>
                </a:lnTo>
                <a:lnTo>
                  <a:pt x="168933" y="88899"/>
                </a:lnTo>
                <a:lnTo>
                  <a:pt x="232590" y="48259"/>
                </a:lnTo>
                <a:lnTo>
                  <a:pt x="302568" y="19049"/>
                </a:lnTo>
                <a:lnTo>
                  <a:pt x="339475" y="8889"/>
                </a:lnTo>
                <a:lnTo>
                  <a:pt x="344203" y="30479"/>
                </a:lnTo>
                <a:lnTo>
                  <a:pt x="309163" y="40639"/>
                </a:lnTo>
                <a:lnTo>
                  <a:pt x="275276" y="52069"/>
                </a:lnTo>
                <a:lnTo>
                  <a:pt x="211675" y="85089"/>
                </a:lnTo>
                <a:lnTo>
                  <a:pt x="154819" y="129539"/>
                </a:lnTo>
                <a:lnTo>
                  <a:pt x="106070" y="182879"/>
                </a:lnTo>
                <a:lnTo>
                  <a:pt x="99820" y="191769"/>
                </a:lnTo>
                <a:lnTo>
                  <a:pt x="93790" y="199389"/>
                </a:lnTo>
                <a:lnTo>
                  <a:pt x="71931" y="234949"/>
                </a:lnTo>
                <a:lnTo>
                  <a:pt x="67032" y="245109"/>
                </a:lnTo>
                <a:lnTo>
                  <a:pt x="62367" y="253999"/>
                </a:lnTo>
                <a:close/>
              </a:path>
              <a:path w="865505" h="864870">
                <a:moveTo>
                  <a:pt x="782049" y="688339"/>
                </a:moveTo>
                <a:lnTo>
                  <a:pt x="764359" y="675639"/>
                </a:lnTo>
                <a:lnTo>
                  <a:pt x="793911" y="628649"/>
                </a:lnTo>
                <a:lnTo>
                  <a:pt x="816531" y="579119"/>
                </a:lnTo>
                <a:lnTo>
                  <a:pt x="832313" y="529589"/>
                </a:lnTo>
                <a:lnTo>
                  <a:pt x="841349" y="477519"/>
                </a:lnTo>
                <a:lnTo>
                  <a:pt x="843733" y="425449"/>
                </a:lnTo>
                <a:lnTo>
                  <a:pt x="839557" y="373379"/>
                </a:lnTo>
                <a:lnTo>
                  <a:pt x="828930" y="322579"/>
                </a:lnTo>
                <a:lnTo>
                  <a:pt x="811939" y="273049"/>
                </a:lnTo>
                <a:lnTo>
                  <a:pt x="788680" y="226059"/>
                </a:lnTo>
                <a:lnTo>
                  <a:pt x="759246" y="182879"/>
                </a:lnTo>
                <a:lnTo>
                  <a:pt x="723734" y="142239"/>
                </a:lnTo>
                <a:lnTo>
                  <a:pt x="682237" y="105409"/>
                </a:lnTo>
                <a:lnTo>
                  <a:pt x="644971" y="80009"/>
                </a:lnTo>
                <a:lnTo>
                  <a:pt x="635213" y="74929"/>
                </a:lnTo>
                <a:lnTo>
                  <a:pt x="625320" y="68579"/>
                </a:lnTo>
                <a:lnTo>
                  <a:pt x="615298" y="63499"/>
                </a:lnTo>
                <a:lnTo>
                  <a:pt x="605153" y="59689"/>
                </a:lnTo>
                <a:lnTo>
                  <a:pt x="614364" y="39369"/>
                </a:lnTo>
                <a:lnTo>
                  <a:pt x="635696" y="49529"/>
                </a:lnTo>
                <a:lnTo>
                  <a:pt x="646097" y="55879"/>
                </a:lnTo>
                <a:lnTo>
                  <a:pt x="656313" y="60959"/>
                </a:lnTo>
                <a:lnTo>
                  <a:pt x="676233" y="73659"/>
                </a:lnTo>
                <a:lnTo>
                  <a:pt x="685970" y="81279"/>
                </a:lnTo>
                <a:lnTo>
                  <a:pt x="695554" y="87629"/>
                </a:lnTo>
                <a:lnTo>
                  <a:pt x="733415" y="120649"/>
                </a:lnTo>
                <a:lnTo>
                  <a:pt x="766652" y="156209"/>
                </a:lnTo>
                <a:lnTo>
                  <a:pt x="795204" y="195579"/>
                </a:lnTo>
                <a:lnTo>
                  <a:pt x="819009" y="236219"/>
                </a:lnTo>
                <a:lnTo>
                  <a:pt x="838002" y="279399"/>
                </a:lnTo>
                <a:lnTo>
                  <a:pt x="852123" y="325119"/>
                </a:lnTo>
                <a:lnTo>
                  <a:pt x="861308" y="370839"/>
                </a:lnTo>
                <a:lnTo>
                  <a:pt x="865486" y="416559"/>
                </a:lnTo>
                <a:lnTo>
                  <a:pt x="864913" y="447039"/>
                </a:lnTo>
                <a:lnTo>
                  <a:pt x="864889" y="448309"/>
                </a:lnTo>
                <a:lnTo>
                  <a:pt x="864769" y="454659"/>
                </a:lnTo>
                <a:lnTo>
                  <a:pt x="864650" y="461009"/>
                </a:lnTo>
                <a:lnTo>
                  <a:pt x="864602" y="463549"/>
                </a:lnTo>
                <a:lnTo>
                  <a:pt x="858594" y="510539"/>
                </a:lnTo>
                <a:lnTo>
                  <a:pt x="847398" y="557529"/>
                </a:lnTo>
                <a:lnTo>
                  <a:pt x="830950" y="601979"/>
                </a:lnTo>
                <a:lnTo>
                  <a:pt x="809188" y="646429"/>
                </a:lnTo>
                <a:lnTo>
                  <a:pt x="782049" y="688339"/>
                </a:lnTo>
                <a:close/>
              </a:path>
              <a:path w="865505" h="864870">
                <a:moveTo>
                  <a:pt x="231296" y="107949"/>
                </a:moveTo>
                <a:lnTo>
                  <a:pt x="226701" y="100329"/>
                </a:lnTo>
                <a:lnTo>
                  <a:pt x="252651" y="85089"/>
                </a:lnTo>
                <a:lnTo>
                  <a:pt x="270452" y="77469"/>
                </a:lnTo>
                <a:lnTo>
                  <a:pt x="279543" y="72389"/>
                </a:lnTo>
                <a:lnTo>
                  <a:pt x="288742" y="68579"/>
                </a:lnTo>
                <a:lnTo>
                  <a:pt x="298037" y="66039"/>
                </a:lnTo>
                <a:lnTo>
                  <a:pt x="330871" y="54609"/>
                </a:lnTo>
                <a:lnTo>
                  <a:pt x="364317" y="48259"/>
                </a:lnTo>
                <a:lnTo>
                  <a:pt x="398171" y="43179"/>
                </a:lnTo>
                <a:lnTo>
                  <a:pt x="432229" y="41909"/>
                </a:lnTo>
                <a:lnTo>
                  <a:pt x="466275" y="43179"/>
                </a:lnTo>
                <a:lnTo>
                  <a:pt x="500127" y="46989"/>
                </a:lnTo>
                <a:lnTo>
                  <a:pt x="516856" y="50799"/>
                </a:lnTo>
                <a:lnTo>
                  <a:pt x="432229" y="50799"/>
                </a:lnTo>
                <a:lnTo>
                  <a:pt x="398961" y="52069"/>
                </a:lnTo>
                <a:lnTo>
                  <a:pt x="333175" y="63499"/>
                </a:lnTo>
                <a:lnTo>
                  <a:pt x="265321" y="88899"/>
                </a:lnTo>
                <a:lnTo>
                  <a:pt x="256599" y="93979"/>
                </a:lnTo>
                <a:lnTo>
                  <a:pt x="248017" y="97789"/>
                </a:lnTo>
                <a:lnTo>
                  <a:pt x="239580" y="102869"/>
                </a:lnTo>
                <a:lnTo>
                  <a:pt x="231296" y="107949"/>
                </a:lnTo>
                <a:close/>
              </a:path>
              <a:path w="865505" h="864870">
                <a:moveTo>
                  <a:pt x="563448" y="73659"/>
                </a:moveTo>
                <a:lnTo>
                  <a:pt x="531303" y="63499"/>
                </a:lnTo>
                <a:lnTo>
                  <a:pt x="498588" y="55879"/>
                </a:lnTo>
                <a:lnTo>
                  <a:pt x="465498" y="52069"/>
                </a:lnTo>
                <a:lnTo>
                  <a:pt x="432229" y="50799"/>
                </a:lnTo>
                <a:lnTo>
                  <a:pt x="516856" y="50799"/>
                </a:lnTo>
                <a:lnTo>
                  <a:pt x="533584" y="54609"/>
                </a:lnTo>
                <a:lnTo>
                  <a:pt x="566444" y="64769"/>
                </a:lnTo>
                <a:lnTo>
                  <a:pt x="563448" y="73659"/>
                </a:lnTo>
                <a:close/>
              </a:path>
              <a:path w="865505" h="864870">
                <a:moveTo>
                  <a:pt x="157030" y="251459"/>
                </a:moveTo>
                <a:lnTo>
                  <a:pt x="127755" y="231139"/>
                </a:lnTo>
                <a:lnTo>
                  <a:pt x="132998" y="223519"/>
                </a:lnTo>
                <a:lnTo>
                  <a:pt x="138406" y="215899"/>
                </a:lnTo>
                <a:lnTo>
                  <a:pt x="143976" y="209549"/>
                </a:lnTo>
                <a:lnTo>
                  <a:pt x="149706" y="201929"/>
                </a:lnTo>
                <a:lnTo>
                  <a:pt x="155781" y="194309"/>
                </a:lnTo>
                <a:lnTo>
                  <a:pt x="161952" y="187959"/>
                </a:lnTo>
                <a:lnTo>
                  <a:pt x="168215" y="180339"/>
                </a:lnTo>
                <a:lnTo>
                  <a:pt x="198308" y="152399"/>
                </a:lnTo>
                <a:lnTo>
                  <a:pt x="250713" y="115569"/>
                </a:lnTo>
                <a:lnTo>
                  <a:pt x="308490" y="88899"/>
                </a:lnTo>
                <a:lnTo>
                  <a:pt x="370208" y="72389"/>
                </a:lnTo>
                <a:lnTo>
                  <a:pt x="402133" y="68579"/>
                </a:lnTo>
                <a:lnTo>
                  <a:pt x="404091" y="92709"/>
                </a:lnTo>
                <a:lnTo>
                  <a:pt x="404194" y="93979"/>
                </a:lnTo>
                <a:lnTo>
                  <a:pt x="404297" y="95249"/>
                </a:lnTo>
                <a:lnTo>
                  <a:pt x="404400" y="96519"/>
                </a:lnTo>
                <a:lnTo>
                  <a:pt x="404503" y="97789"/>
                </a:lnTo>
                <a:lnTo>
                  <a:pt x="404606" y="99059"/>
                </a:lnTo>
                <a:lnTo>
                  <a:pt x="404709" y="100329"/>
                </a:lnTo>
                <a:lnTo>
                  <a:pt x="404812" y="101599"/>
                </a:lnTo>
                <a:lnTo>
                  <a:pt x="404915" y="102869"/>
                </a:lnTo>
                <a:lnTo>
                  <a:pt x="405018" y="104139"/>
                </a:lnTo>
                <a:lnTo>
                  <a:pt x="376125" y="106679"/>
                </a:lnTo>
                <a:lnTo>
                  <a:pt x="320327" y="121919"/>
                </a:lnTo>
                <a:lnTo>
                  <a:pt x="268233" y="146049"/>
                </a:lnTo>
                <a:lnTo>
                  <a:pt x="220926" y="179069"/>
                </a:lnTo>
                <a:lnTo>
                  <a:pt x="193431" y="205739"/>
                </a:lnTo>
                <a:lnTo>
                  <a:pt x="187676" y="210819"/>
                </a:lnTo>
                <a:lnTo>
                  <a:pt x="182163" y="217169"/>
                </a:lnTo>
                <a:lnTo>
                  <a:pt x="176895" y="223519"/>
                </a:lnTo>
                <a:lnTo>
                  <a:pt x="171628" y="231139"/>
                </a:lnTo>
                <a:lnTo>
                  <a:pt x="166555" y="237489"/>
                </a:lnTo>
                <a:lnTo>
                  <a:pt x="161685" y="243839"/>
                </a:lnTo>
                <a:lnTo>
                  <a:pt x="157030" y="251459"/>
                </a:lnTo>
                <a:close/>
              </a:path>
              <a:path w="865505" h="864870">
                <a:moveTo>
                  <a:pt x="721301" y="181609"/>
                </a:moveTo>
                <a:lnTo>
                  <a:pt x="685198" y="146049"/>
                </a:lnTo>
                <a:lnTo>
                  <a:pt x="644583" y="114299"/>
                </a:lnTo>
                <a:lnTo>
                  <a:pt x="615296" y="96519"/>
                </a:lnTo>
                <a:lnTo>
                  <a:pt x="619491" y="88899"/>
                </a:lnTo>
                <a:lnTo>
                  <a:pt x="663806" y="116839"/>
                </a:lnTo>
                <a:lnTo>
                  <a:pt x="703847" y="151129"/>
                </a:lnTo>
                <a:lnTo>
                  <a:pt x="727937" y="176529"/>
                </a:lnTo>
                <a:lnTo>
                  <a:pt x="721301" y="181609"/>
                </a:lnTo>
                <a:close/>
              </a:path>
              <a:path w="865505" h="864870">
                <a:moveTo>
                  <a:pt x="65963" y="566419"/>
                </a:moveTo>
                <a:lnTo>
                  <a:pt x="50739" y="514349"/>
                </a:lnTo>
                <a:lnTo>
                  <a:pt x="43080" y="461009"/>
                </a:lnTo>
                <a:lnTo>
                  <a:pt x="43056" y="455929"/>
                </a:lnTo>
                <a:lnTo>
                  <a:pt x="42942" y="431799"/>
                </a:lnTo>
                <a:lnTo>
                  <a:pt x="42829" y="407669"/>
                </a:lnTo>
                <a:lnTo>
                  <a:pt x="49827" y="354329"/>
                </a:lnTo>
                <a:lnTo>
                  <a:pt x="63942" y="303529"/>
                </a:lnTo>
                <a:lnTo>
                  <a:pt x="85009" y="253999"/>
                </a:lnTo>
                <a:lnTo>
                  <a:pt x="112872" y="208279"/>
                </a:lnTo>
                <a:lnTo>
                  <a:pt x="147375" y="165099"/>
                </a:lnTo>
                <a:lnTo>
                  <a:pt x="153768" y="171449"/>
                </a:lnTo>
                <a:lnTo>
                  <a:pt x="120039" y="213359"/>
                </a:lnTo>
                <a:lnTo>
                  <a:pt x="92800" y="257809"/>
                </a:lnTo>
                <a:lnTo>
                  <a:pt x="72207" y="306069"/>
                </a:lnTo>
                <a:lnTo>
                  <a:pt x="58417" y="356869"/>
                </a:lnTo>
                <a:lnTo>
                  <a:pt x="51575" y="407669"/>
                </a:lnTo>
                <a:lnTo>
                  <a:pt x="51691" y="431799"/>
                </a:lnTo>
                <a:lnTo>
                  <a:pt x="51806" y="455929"/>
                </a:lnTo>
                <a:lnTo>
                  <a:pt x="51825" y="459739"/>
                </a:lnTo>
                <a:lnTo>
                  <a:pt x="59316" y="513079"/>
                </a:lnTo>
                <a:lnTo>
                  <a:pt x="74198" y="563879"/>
                </a:lnTo>
                <a:lnTo>
                  <a:pt x="65963" y="566419"/>
                </a:lnTo>
                <a:close/>
              </a:path>
              <a:path w="865505" h="864870">
                <a:moveTo>
                  <a:pt x="574745" y="796289"/>
                </a:moveTo>
                <a:lnTo>
                  <a:pt x="571549" y="788669"/>
                </a:lnTo>
                <a:lnTo>
                  <a:pt x="617917" y="765809"/>
                </a:lnTo>
                <a:lnTo>
                  <a:pt x="660033" y="739139"/>
                </a:lnTo>
                <a:lnTo>
                  <a:pt x="697643" y="707389"/>
                </a:lnTo>
                <a:lnTo>
                  <a:pt x="730490" y="671829"/>
                </a:lnTo>
                <a:lnTo>
                  <a:pt x="758319" y="632459"/>
                </a:lnTo>
                <a:lnTo>
                  <a:pt x="780873" y="589279"/>
                </a:lnTo>
                <a:lnTo>
                  <a:pt x="797897" y="543559"/>
                </a:lnTo>
                <a:lnTo>
                  <a:pt x="809137" y="496569"/>
                </a:lnTo>
                <a:lnTo>
                  <a:pt x="814340" y="448309"/>
                </a:lnTo>
                <a:lnTo>
                  <a:pt x="813448" y="407669"/>
                </a:lnTo>
                <a:lnTo>
                  <a:pt x="813337" y="402589"/>
                </a:lnTo>
                <a:lnTo>
                  <a:pt x="805622" y="349249"/>
                </a:lnTo>
                <a:lnTo>
                  <a:pt x="791193" y="300989"/>
                </a:lnTo>
                <a:lnTo>
                  <a:pt x="779149" y="271779"/>
                </a:lnTo>
                <a:lnTo>
                  <a:pt x="774614" y="261619"/>
                </a:lnTo>
                <a:lnTo>
                  <a:pt x="769821" y="252729"/>
                </a:lnTo>
                <a:lnTo>
                  <a:pt x="764773" y="243839"/>
                </a:lnTo>
                <a:lnTo>
                  <a:pt x="759479" y="234949"/>
                </a:lnTo>
                <a:lnTo>
                  <a:pt x="753950" y="226059"/>
                </a:lnTo>
                <a:lnTo>
                  <a:pt x="761319" y="220979"/>
                </a:lnTo>
                <a:lnTo>
                  <a:pt x="766999" y="229869"/>
                </a:lnTo>
                <a:lnTo>
                  <a:pt x="772419" y="240029"/>
                </a:lnTo>
                <a:lnTo>
                  <a:pt x="777577" y="248919"/>
                </a:lnTo>
                <a:lnTo>
                  <a:pt x="782471" y="257809"/>
                </a:lnTo>
                <a:lnTo>
                  <a:pt x="787115" y="267969"/>
                </a:lnTo>
                <a:lnTo>
                  <a:pt x="791490" y="278129"/>
                </a:lnTo>
                <a:lnTo>
                  <a:pt x="795595" y="287019"/>
                </a:lnTo>
                <a:lnTo>
                  <a:pt x="814187" y="347979"/>
                </a:lnTo>
                <a:lnTo>
                  <a:pt x="821991" y="398779"/>
                </a:lnTo>
                <a:lnTo>
                  <a:pt x="823073" y="447039"/>
                </a:lnTo>
                <a:lnTo>
                  <a:pt x="823102" y="448309"/>
                </a:lnTo>
                <a:lnTo>
                  <a:pt x="817778" y="497839"/>
                </a:lnTo>
                <a:lnTo>
                  <a:pt x="806278" y="546099"/>
                </a:lnTo>
                <a:lnTo>
                  <a:pt x="788863" y="593089"/>
                </a:lnTo>
                <a:lnTo>
                  <a:pt x="765792" y="636269"/>
                </a:lnTo>
                <a:lnTo>
                  <a:pt x="737326" y="676909"/>
                </a:lnTo>
                <a:lnTo>
                  <a:pt x="703727" y="713739"/>
                </a:lnTo>
                <a:lnTo>
                  <a:pt x="665257" y="746759"/>
                </a:lnTo>
                <a:lnTo>
                  <a:pt x="622175" y="773429"/>
                </a:lnTo>
                <a:lnTo>
                  <a:pt x="574745" y="796289"/>
                </a:lnTo>
                <a:close/>
              </a:path>
              <a:path w="865505" h="864870">
                <a:moveTo>
                  <a:pt x="133304" y="494029"/>
                </a:moveTo>
                <a:lnTo>
                  <a:pt x="127864" y="455929"/>
                </a:lnTo>
                <a:lnTo>
                  <a:pt x="126956" y="431799"/>
                </a:lnTo>
                <a:lnTo>
                  <a:pt x="128032" y="407669"/>
                </a:lnTo>
                <a:lnTo>
                  <a:pt x="128146" y="405129"/>
                </a:lnTo>
                <a:lnTo>
                  <a:pt x="137509" y="353059"/>
                </a:lnTo>
                <a:lnTo>
                  <a:pt x="155831" y="302259"/>
                </a:lnTo>
                <a:lnTo>
                  <a:pt x="182673" y="256539"/>
                </a:lnTo>
                <a:lnTo>
                  <a:pt x="199157" y="234949"/>
                </a:lnTo>
                <a:lnTo>
                  <a:pt x="215914" y="248919"/>
                </a:lnTo>
                <a:lnTo>
                  <a:pt x="200611" y="269239"/>
                </a:lnTo>
                <a:lnTo>
                  <a:pt x="187194" y="289559"/>
                </a:lnTo>
                <a:lnTo>
                  <a:pt x="166197" y="335279"/>
                </a:lnTo>
                <a:lnTo>
                  <a:pt x="153329" y="382269"/>
                </a:lnTo>
                <a:lnTo>
                  <a:pt x="148951" y="431799"/>
                </a:lnTo>
                <a:lnTo>
                  <a:pt x="149042" y="439419"/>
                </a:lnTo>
                <a:lnTo>
                  <a:pt x="153415" y="482599"/>
                </a:lnTo>
                <a:lnTo>
                  <a:pt x="154789" y="490219"/>
                </a:lnTo>
                <a:lnTo>
                  <a:pt x="133304" y="494029"/>
                </a:lnTo>
                <a:close/>
              </a:path>
              <a:path w="865505" h="864870">
                <a:moveTo>
                  <a:pt x="174542" y="690879"/>
                </a:moveTo>
                <a:lnTo>
                  <a:pt x="140978" y="651509"/>
                </a:lnTo>
                <a:lnTo>
                  <a:pt x="113508" y="609599"/>
                </a:lnTo>
                <a:lnTo>
                  <a:pt x="92302" y="563879"/>
                </a:lnTo>
                <a:lnTo>
                  <a:pt x="77527" y="516889"/>
                </a:lnTo>
                <a:lnTo>
                  <a:pt x="69335" y="467359"/>
                </a:lnTo>
                <a:lnTo>
                  <a:pt x="67942" y="419099"/>
                </a:lnTo>
                <a:lnTo>
                  <a:pt x="67905" y="417829"/>
                </a:lnTo>
                <a:lnTo>
                  <a:pt x="73401" y="367029"/>
                </a:lnTo>
                <a:lnTo>
                  <a:pt x="85983" y="317499"/>
                </a:lnTo>
                <a:lnTo>
                  <a:pt x="119387" y="328929"/>
                </a:lnTo>
                <a:lnTo>
                  <a:pt x="108013" y="373379"/>
                </a:lnTo>
                <a:lnTo>
                  <a:pt x="103051" y="419099"/>
                </a:lnTo>
                <a:lnTo>
                  <a:pt x="104061" y="454659"/>
                </a:lnTo>
                <a:lnTo>
                  <a:pt x="104097" y="455929"/>
                </a:lnTo>
                <a:lnTo>
                  <a:pt x="104205" y="459739"/>
                </a:lnTo>
                <a:lnTo>
                  <a:pt x="104313" y="463549"/>
                </a:lnTo>
                <a:lnTo>
                  <a:pt x="111752" y="509269"/>
                </a:lnTo>
                <a:lnTo>
                  <a:pt x="125110" y="551179"/>
                </a:lnTo>
                <a:lnTo>
                  <a:pt x="144276" y="593089"/>
                </a:lnTo>
                <a:lnTo>
                  <a:pt x="169098" y="631189"/>
                </a:lnTo>
                <a:lnTo>
                  <a:pt x="199423" y="665479"/>
                </a:lnTo>
                <a:lnTo>
                  <a:pt x="174542" y="690879"/>
                </a:lnTo>
                <a:close/>
              </a:path>
              <a:path w="865505" h="864870">
                <a:moveTo>
                  <a:pt x="169859" y="775969"/>
                </a:moveTo>
                <a:lnTo>
                  <a:pt x="132925" y="744219"/>
                </a:lnTo>
                <a:lnTo>
                  <a:pt x="100161" y="709929"/>
                </a:lnTo>
                <a:lnTo>
                  <a:pt x="71726" y="671829"/>
                </a:lnTo>
                <a:lnTo>
                  <a:pt x="47777" y="631189"/>
                </a:lnTo>
                <a:lnTo>
                  <a:pt x="28475" y="588009"/>
                </a:lnTo>
                <a:lnTo>
                  <a:pt x="13975" y="542289"/>
                </a:lnTo>
                <a:lnTo>
                  <a:pt x="4431" y="496569"/>
                </a:lnTo>
                <a:lnTo>
                  <a:pt x="0" y="448309"/>
                </a:lnTo>
                <a:lnTo>
                  <a:pt x="705" y="407669"/>
                </a:lnTo>
                <a:lnTo>
                  <a:pt x="749" y="405129"/>
                </a:lnTo>
                <a:lnTo>
                  <a:pt x="837" y="400049"/>
                </a:lnTo>
                <a:lnTo>
                  <a:pt x="7101" y="353059"/>
                </a:lnTo>
                <a:lnTo>
                  <a:pt x="28675" y="356869"/>
                </a:lnTo>
                <a:lnTo>
                  <a:pt x="22722" y="402589"/>
                </a:lnTo>
                <a:lnTo>
                  <a:pt x="21940" y="447039"/>
                </a:lnTo>
                <a:lnTo>
                  <a:pt x="26117" y="492759"/>
                </a:lnTo>
                <a:lnTo>
                  <a:pt x="35172" y="537209"/>
                </a:lnTo>
                <a:lnTo>
                  <a:pt x="48939" y="579119"/>
                </a:lnTo>
                <a:lnTo>
                  <a:pt x="67257" y="621029"/>
                </a:lnTo>
                <a:lnTo>
                  <a:pt x="89990" y="659129"/>
                </a:lnTo>
                <a:lnTo>
                  <a:pt x="116988" y="695959"/>
                </a:lnTo>
                <a:lnTo>
                  <a:pt x="148100" y="728979"/>
                </a:lnTo>
                <a:lnTo>
                  <a:pt x="183176" y="759459"/>
                </a:lnTo>
                <a:lnTo>
                  <a:pt x="169859" y="775969"/>
                </a:lnTo>
                <a:close/>
              </a:path>
              <a:path w="865505" h="864870">
                <a:moveTo>
                  <a:pt x="446545" y="822959"/>
                </a:moveTo>
                <a:lnTo>
                  <a:pt x="393514" y="820419"/>
                </a:lnTo>
                <a:lnTo>
                  <a:pt x="341903" y="812799"/>
                </a:lnTo>
                <a:lnTo>
                  <a:pt x="292336" y="796289"/>
                </a:lnTo>
                <a:lnTo>
                  <a:pt x="245434" y="774699"/>
                </a:lnTo>
                <a:lnTo>
                  <a:pt x="201798" y="746759"/>
                </a:lnTo>
                <a:lnTo>
                  <a:pt x="162058" y="713739"/>
                </a:lnTo>
                <a:lnTo>
                  <a:pt x="126828" y="675639"/>
                </a:lnTo>
                <a:lnTo>
                  <a:pt x="96726" y="631189"/>
                </a:lnTo>
                <a:lnTo>
                  <a:pt x="104272" y="627379"/>
                </a:lnTo>
                <a:lnTo>
                  <a:pt x="133698" y="669289"/>
                </a:lnTo>
                <a:lnTo>
                  <a:pt x="168136" y="707389"/>
                </a:lnTo>
                <a:lnTo>
                  <a:pt x="206982" y="740409"/>
                </a:lnTo>
                <a:lnTo>
                  <a:pt x="249629" y="767079"/>
                </a:lnTo>
                <a:lnTo>
                  <a:pt x="295480" y="788669"/>
                </a:lnTo>
                <a:lnTo>
                  <a:pt x="343937" y="803909"/>
                </a:lnTo>
                <a:lnTo>
                  <a:pt x="394391" y="812799"/>
                </a:lnTo>
                <a:lnTo>
                  <a:pt x="446235" y="814069"/>
                </a:lnTo>
                <a:lnTo>
                  <a:pt x="446412" y="819149"/>
                </a:lnTo>
                <a:lnTo>
                  <a:pt x="446457" y="820419"/>
                </a:lnTo>
                <a:lnTo>
                  <a:pt x="446545" y="822959"/>
                </a:lnTo>
                <a:close/>
              </a:path>
              <a:path w="865505" h="864870">
                <a:moveTo>
                  <a:pt x="434055" y="797559"/>
                </a:moveTo>
                <a:lnTo>
                  <a:pt x="362501" y="789939"/>
                </a:lnTo>
                <a:lnTo>
                  <a:pt x="294015" y="769619"/>
                </a:lnTo>
                <a:lnTo>
                  <a:pt x="230503" y="736599"/>
                </a:lnTo>
                <a:lnTo>
                  <a:pt x="201243" y="715009"/>
                </a:lnTo>
                <a:lnTo>
                  <a:pt x="223505" y="687069"/>
                </a:lnTo>
                <a:lnTo>
                  <a:pt x="249867" y="707389"/>
                </a:lnTo>
                <a:lnTo>
                  <a:pt x="277859" y="723899"/>
                </a:lnTo>
                <a:lnTo>
                  <a:pt x="337789" y="748029"/>
                </a:lnTo>
                <a:lnTo>
                  <a:pt x="401406" y="760729"/>
                </a:lnTo>
                <a:lnTo>
                  <a:pt x="433990" y="761999"/>
                </a:lnTo>
                <a:lnTo>
                  <a:pt x="466920" y="761999"/>
                </a:lnTo>
                <a:lnTo>
                  <a:pt x="470361" y="795019"/>
                </a:lnTo>
                <a:lnTo>
                  <a:pt x="434055" y="797559"/>
                </a:lnTo>
                <a:close/>
              </a:path>
              <a:path w="865505" h="864870">
                <a:moveTo>
                  <a:pt x="466920" y="761999"/>
                </a:moveTo>
                <a:lnTo>
                  <a:pt x="433990" y="761999"/>
                </a:lnTo>
                <a:lnTo>
                  <a:pt x="466787" y="760729"/>
                </a:lnTo>
                <a:lnTo>
                  <a:pt x="466920" y="761999"/>
                </a:lnTo>
                <a:close/>
              </a:path>
              <a:path w="865505" h="864870">
                <a:moveTo>
                  <a:pt x="570035" y="842009"/>
                </a:moveTo>
                <a:lnTo>
                  <a:pt x="460107" y="842009"/>
                </a:lnTo>
                <a:lnTo>
                  <a:pt x="514046" y="835659"/>
                </a:lnTo>
                <a:lnTo>
                  <a:pt x="566763" y="820419"/>
                </a:lnTo>
                <a:lnTo>
                  <a:pt x="617512" y="800099"/>
                </a:lnTo>
                <a:lnTo>
                  <a:pt x="665546" y="770889"/>
                </a:lnTo>
                <a:lnTo>
                  <a:pt x="677931" y="788669"/>
                </a:lnTo>
                <a:lnTo>
                  <a:pt x="637676" y="814069"/>
                </a:lnTo>
                <a:lnTo>
                  <a:pt x="595511" y="833119"/>
                </a:lnTo>
                <a:lnTo>
                  <a:pt x="570035" y="842009"/>
                </a:lnTo>
                <a:close/>
              </a:path>
              <a:path w="865505" h="864870">
                <a:moveTo>
                  <a:pt x="461572" y="864869"/>
                </a:moveTo>
                <a:lnTo>
                  <a:pt x="415742" y="864869"/>
                </a:lnTo>
                <a:lnTo>
                  <a:pt x="369983" y="861059"/>
                </a:lnTo>
                <a:lnTo>
                  <a:pt x="324695" y="852169"/>
                </a:lnTo>
                <a:lnTo>
                  <a:pt x="280278" y="838199"/>
                </a:lnTo>
                <a:lnTo>
                  <a:pt x="237133" y="819149"/>
                </a:lnTo>
                <a:lnTo>
                  <a:pt x="247010" y="798829"/>
                </a:lnTo>
                <a:lnTo>
                  <a:pt x="298416" y="820419"/>
                </a:lnTo>
                <a:lnTo>
                  <a:pt x="351561" y="835659"/>
                </a:lnTo>
                <a:lnTo>
                  <a:pt x="405705" y="842009"/>
                </a:lnTo>
                <a:lnTo>
                  <a:pt x="570035" y="842009"/>
                </a:lnTo>
                <a:lnTo>
                  <a:pt x="551838" y="848359"/>
                </a:lnTo>
                <a:lnTo>
                  <a:pt x="507057" y="858519"/>
                </a:lnTo>
                <a:lnTo>
                  <a:pt x="461572" y="864869"/>
                </a:lnTo>
                <a:close/>
              </a:path>
            </a:pathLst>
          </a:custGeom>
          <a:solidFill>
            <a:srgbClr val="83E3F7">
              <a:alpha val="7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070144" y="3926793"/>
            <a:ext cx="227329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3.</a:t>
            </a:r>
            <a:endParaRPr sz="19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45334" y="3484822"/>
            <a:ext cx="5161280" cy="5765800"/>
            <a:chOff x="1145334" y="3484822"/>
            <a:chExt cx="5161280" cy="57658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5334" y="3484822"/>
              <a:ext cx="5160905" cy="576569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3893071"/>
              <a:ext cx="76200" cy="761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4921771"/>
              <a:ext cx="76200" cy="76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5178946"/>
              <a:ext cx="76200" cy="761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5436121"/>
              <a:ext cx="76200" cy="76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5693296"/>
              <a:ext cx="76200" cy="761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5950471"/>
              <a:ext cx="76200" cy="761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6464821"/>
              <a:ext cx="76200" cy="761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6721996"/>
              <a:ext cx="76200" cy="761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6979171"/>
              <a:ext cx="76200" cy="761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7236346"/>
              <a:ext cx="76200" cy="761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7493521"/>
              <a:ext cx="76200" cy="761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8007871"/>
              <a:ext cx="76200" cy="761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8265046"/>
              <a:ext cx="76200" cy="761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8522221"/>
              <a:ext cx="76200" cy="761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519" y="8779396"/>
              <a:ext cx="76200" cy="761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145334" y="3484822"/>
            <a:ext cx="5161280" cy="5765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1950">
              <a:latin typeface="Times New Roman" panose="02020603050405020304"/>
              <a:cs typeface="Times New Roman" panose="02020603050405020304"/>
            </a:endParaRPr>
          </a:p>
          <a:p>
            <a:pPr marL="269875" marR="41275" indent="4445">
              <a:lnSpc>
                <a:spcPts val="2030"/>
              </a:lnSpc>
            </a:pP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sz="1950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SYSTEM</a:t>
            </a:r>
            <a:r>
              <a:rPr sz="1950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THAT</a:t>
            </a:r>
            <a:r>
              <a:rPr sz="195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PREDICTS</a:t>
            </a:r>
            <a:r>
              <a:rPr sz="1950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CROP</a:t>
            </a:r>
            <a:r>
              <a:rPr sz="195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YIELD USING</a:t>
            </a:r>
            <a:r>
              <a:rPr sz="1950" spc="-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SOIL,</a:t>
            </a:r>
            <a:r>
              <a:rPr sz="1950" spc="-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WEATHER,</a:t>
            </a:r>
            <a:r>
              <a:rPr sz="195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950" spc="-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RAINFALL </a:t>
            </a:r>
            <a:r>
              <a:rPr sz="195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DATA</a:t>
            </a:r>
            <a:r>
              <a:rPr sz="195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WITH</a:t>
            </a:r>
            <a:r>
              <a:rPr sz="195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MACHINE</a:t>
            </a:r>
            <a:r>
              <a:rPr sz="195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LEARNING.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>
              <a:lnSpc>
                <a:spcPts val="1840"/>
              </a:lnSpc>
            </a:pPr>
            <a:r>
              <a:rPr sz="195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FEATURES: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 marL="274955" marR="1734185">
              <a:lnSpc>
                <a:spcPts val="2030"/>
              </a:lnSpc>
              <a:spcBef>
                <a:spcPts val="170"/>
              </a:spcBef>
            </a:pP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Soil </a:t>
            </a:r>
            <a:r>
              <a:rPr sz="195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950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weather</a:t>
            </a:r>
            <a:r>
              <a:rPr sz="1950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input </a:t>
            </a:r>
            <a:r>
              <a:rPr sz="1950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AI-</a:t>
            </a:r>
            <a:r>
              <a:rPr sz="1950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based</a:t>
            </a:r>
            <a:r>
              <a:rPr sz="1950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yield</a:t>
            </a:r>
            <a:r>
              <a:rPr sz="1950" spc="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prediction </a:t>
            </a:r>
            <a:r>
              <a:rPr sz="1950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Charts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and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comparisons </a:t>
            </a:r>
            <a:r>
              <a:rPr sz="1950" spc="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Simple</a:t>
            </a:r>
            <a:r>
              <a:rPr sz="1950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web</a:t>
            </a:r>
            <a:r>
              <a:rPr sz="1950" spc="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interface</a:t>
            </a:r>
            <a:r>
              <a:rPr sz="1950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PDF</a:t>
            </a:r>
            <a:r>
              <a:rPr sz="195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output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>
              <a:lnSpc>
                <a:spcPts val="1830"/>
              </a:lnSpc>
            </a:pPr>
            <a:r>
              <a:rPr sz="195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MODULES: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 marL="274955" marR="2991485">
              <a:lnSpc>
                <a:spcPts val="2030"/>
              </a:lnSpc>
              <a:spcBef>
                <a:spcPts val="170"/>
              </a:spcBef>
            </a:pPr>
            <a:r>
              <a:rPr sz="195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Data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collection Data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cleaning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ML</a:t>
            </a:r>
            <a:r>
              <a:rPr sz="1950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model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 marL="274955">
              <a:lnSpc>
                <a:spcPts val="1840"/>
              </a:lnSpc>
            </a:pPr>
            <a:r>
              <a:rPr sz="1950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Web</a:t>
            </a:r>
            <a:r>
              <a:rPr sz="1950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app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 marR="3717925" indent="281940">
              <a:lnSpc>
                <a:spcPts val="2030"/>
              </a:lnSpc>
              <a:spcBef>
                <a:spcPts val="165"/>
              </a:spcBef>
            </a:pPr>
            <a:r>
              <a:rPr sz="195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Database </a:t>
            </a:r>
            <a:r>
              <a:rPr sz="19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USE</a:t>
            </a:r>
            <a:r>
              <a:rPr sz="195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CASES: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 marL="274955">
              <a:lnSpc>
                <a:spcPts val="1845"/>
              </a:lnSpc>
            </a:pPr>
            <a:r>
              <a:rPr sz="1950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Farmers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choose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best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crop</a:t>
            </a:r>
            <a:endParaRPr sz="1950">
              <a:latin typeface="Georgia" panose="02040502050405020303"/>
              <a:cs typeface="Georgia" panose="02040502050405020303"/>
            </a:endParaRPr>
          </a:p>
          <a:p>
            <a:pPr marL="274955" marR="2159000">
              <a:lnSpc>
                <a:spcPts val="2030"/>
              </a:lnSpc>
              <a:spcBef>
                <a:spcPts val="170"/>
              </a:spcBef>
            </a:pPr>
            <a:r>
              <a:rPr sz="1950" spc="1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Government</a:t>
            </a:r>
            <a:r>
              <a:rPr sz="1950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planning </a:t>
            </a:r>
            <a:r>
              <a:rPr sz="1950" spc="1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Research</a:t>
            </a:r>
            <a:r>
              <a:rPr sz="195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studies </a:t>
            </a:r>
            <a:r>
              <a:rPr sz="195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Student</a:t>
            </a:r>
            <a:r>
              <a:rPr sz="1950" spc="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95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learning</a:t>
            </a:r>
            <a:endParaRPr sz="1950">
              <a:latin typeface="Georgia" panose="02040502050405020303"/>
              <a:cs typeface="Georgia" panose="02040502050405020303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193459" y="3495337"/>
            <a:ext cx="10935970" cy="6382385"/>
            <a:chOff x="7193459" y="3495337"/>
            <a:chExt cx="10935970" cy="6382385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93459" y="3495337"/>
              <a:ext cx="5445776" cy="638176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26454" y="3780351"/>
              <a:ext cx="4602719" cy="547781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92484" y="4281837"/>
              <a:ext cx="100812" cy="1008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92484" y="5773857"/>
              <a:ext cx="100812" cy="10081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92484" y="7265878"/>
              <a:ext cx="100812" cy="10081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3526454" y="3780351"/>
            <a:ext cx="4603115" cy="5478145"/>
          </a:xfrm>
          <a:prstGeom prst="rect">
            <a:avLst/>
          </a:prstGeom>
        </p:spPr>
        <p:txBody>
          <a:bodyPr vert="horz" wrap="square" lIns="0" tIns="297180" rIns="0" bIns="0" rtlCol="0">
            <a:spAutoFit/>
          </a:bodyPr>
          <a:lstStyle/>
          <a:p>
            <a:pPr marL="732790" indent="6985">
              <a:lnSpc>
                <a:spcPts val="3150"/>
              </a:lnSpc>
              <a:spcBef>
                <a:spcPts val="2340"/>
              </a:spcBef>
            </a:pPr>
            <a:r>
              <a:rPr sz="2800" spc="9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GitHub</a:t>
            </a:r>
            <a:r>
              <a:rPr sz="2800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Copilot:</a:t>
            </a:r>
            <a:endParaRPr sz="2800">
              <a:latin typeface="Georgia" panose="02040502050405020303"/>
              <a:cs typeface="Georgia" panose="02040502050405020303"/>
            </a:endParaRPr>
          </a:p>
          <a:p>
            <a:pPr marL="132715" marR="694055" indent="599440">
              <a:lnSpc>
                <a:spcPts val="2940"/>
              </a:lnSpc>
              <a:spcBef>
                <a:spcPts val="235"/>
              </a:spcBef>
            </a:pPr>
            <a:r>
              <a:rPr sz="2800" spc="20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Assisted</a:t>
            </a:r>
            <a:r>
              <a:rPr sz="2800" spc="1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</a:t>
            </a:r>
            <a:r>
              <a:rPr sz="2800" spc="1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2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auto </a:t>
            </a:r>
            <a:r>
              <a:rPr sz="2800" spc="1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completing</a:t>
            </a:r>
            <a:r>
              <a:rPr sz="280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Python</a:t>
            </a:r>
            <a:r>
              <a:rPr sz="280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&amp; </a:t>
            </a:r>
            <a:r>
              <a:rPr sz="2800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Flask</a:t>
            </a:r>
            <a:r>
              <a:rPr sz="280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code.</a:t>
            </a:r>
            <a:endParaRPr sz="2800">
              <a:latin typeface="Georgia" panose="02040502050405020303"/>
              <a:cs typeface="Georgia" panose="02040502050405020303"/>
            </a:endParaRPr>
          </a:p>
          <a:p>
            <a:pPr marL="739775">
              <a:lnSpc>
                <a:spcPts val="2690"/>
              </a:lnSpc>
            </a:pPr>
            <a:r>
              <a:rPr sz="2800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Google</a:t>
            </a:r>
            <a:r>
              <a:rPr sz="2800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Gemini:</a:t>
            </a:r>
            <a:endParaRPr sz="2800">
              <a:latin typeface="Georgia" panose="02040502050405020303"/>
              <a:cs typeface="Georgia" panose="02040502050405020303"/>
            </a:endParaRPr>
          </a:p>
          <a:p>
            <a:pPr marL="371475" marR="97155" indent="1053465">
              <a:lnSpc>
                <a:spcPts val="2940"/>
              </a:lnSpc>
              <a:spcBef>
                <a:spcPts val="235"/>
              </a:spcBef>
            </a:pPr>
            <a:r>
              <a:rPr sz="280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Used</a:t>
            </a:r>
            <a:r>
              <a:rPr sz="280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2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for</a:t>
            </a:r>
            <a:r>
              <a:rPr sz="2800" spc="1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data </a:t>
            </a:r>
            <a:r>
              <a:rPr sz="2800" spc="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cleaning</a:t>
            </a:r>
            <a:r>
              <a:rPr sz="2800" spc="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ideas</a:t>
            </a:r>
            <a:r>
              <a:rPr sz="2800" spc="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&amp;</a:t>
            </a:r>
            <a:r>
              <a:rPr sz="2800" spc="1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model</a:t>
            </a:r>
            <a:endParaRPr sz="2800">
              <a:latin typeface="Georgia" panose="02040502050405020303"/>
              <a:cs typeface="Georgia" panose="02040502050405020303"/>
            </a:endParaRPr>
          </a:p>
          <a:p>
            <a:pPr marL="1793240">
              <a:lnSpc>
                <a:spcPts val="2695"/>
              </a:lnSpc>
            </a:pPr>
            <a:r>
              <a:rPr sz="2800" spc="1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tuning.</a:t>
            </a:r>
            <a:endParaRPr sz="2800">
              <a:latin typeface="Georgia" panose="02040502050405020303"/>
              <a:cs typeface="Georgia" panose="02040502050405020303"/>
            </a:endParaRPr>
          </a:p>
          <a:p>
            <a:pPr marL="739775">
              <a:lnSpc>
                <a:spcPts val="2935"/>
              </a:lnSpc>
            </a:pPr>
            <a:r>
              <a:rPr sz="2800" spc="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Canva:</a:t>
            </a:r>
            <a:endParaRPr sz="2800">
              <a:latin typeface="Georgia" panose="02040502050405020303"/>
              <a:cs typeface="Georgia" panose="02040502050405020303"/>
            </a:endParaRPr>
          </a:p>
          <a:p>
            <a:pPr marL="132715" marR="427990" indent="599440">
              <a:lnSpc>
                <a:spcPts val="2940"/>
              </a:lnSpc>
              <a:spcBef>
                <a:spcPts val="235"/>
              </a:spcBef>
            </a:pPr>
            <a:r>
              <a:rPr sz="280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Used</a:t>
            </a:r>
            <a:r>
              <a:rPr sz="2800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280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1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design</a:t>
            </a:r>
            <a:r>
              <a:rPr sz="2800" spc="114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9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PPT </a:t>
            </a:r>
            <a:r>
              <a:rPr sz="2800" spc="2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slides</a:t>
            </a:r>
            <a:r>
              <a:rPr sz="2800" spc="1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professionally.</a:t>
            </a:r>
            <a:endParaRPr sz="28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93459" y="3495337"/>
            <a:ext cx="5446395" cy="638238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66395" marR="335280" algn="ctr">
              <a:lnSpc>
                <a:spcPts val="1770"/>
              </a:lnSpc>
              <a:spcBef>
                <a:spcPts val="1535"/>
              </a:spcBef>
            </a:pP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#</a:t>
            </a:r>
            <a:r>
              <a:rPr sz="1700" spc="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READING</a:t>
            </a:r>
            <a:r>
              <a:rPr sz="1700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INPUT</a:t>
            </a:r>
            <a:r>
              <a:rPr sz="1700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VALUES</a:t>
            </a:r>
            <a:r>
              <a:rPr sz="1700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FROM</a:t>
            </a:r>
            <a:r>
              <a:rPr sz="1700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THE</a:t>
            </a:r>
            <a:r>
              <a:rPr sz="1700" spc="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FORM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SOIL</a:t>
            </a:r>
            <a:r>
              <a:rPr sz="1700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REQUEST.FORM['SOIL_TYPE']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523875" marR="492760" algn="ctr">
              <a:lnSpc>
                <a:spcPts val="1770"/>
              </a:lnSpc>
            </a:pP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PH</a:t>
            </a:r>
            <a:r>
              <a:rPr sz="1700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FLOAT(REQUEST.FORM['PH'])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MOISTURE</a:t>
            </a:r>
            <a:r>
              <a:rPr sz="1700" spc="1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FLOAT(REQUEST.FORM['MOISTURE'])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TEMP</a:t>
            </a:r>
            <a:r>
              <a:rPr sz="1700" spc="2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FLOAT(REQUEST.FORM['TEMPERATURE'])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HUMIDITY</a:t>
            </a:r>
            <a:r>
              <a:rPr sz="1700" spc="-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FLOAT(REQUEST.FORM['HUMIDITY'])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168275" marR="137160" algn="ctr">
              <a:lnSpc>
                <a:spcPts val="1770"/>
              </a:lnSpc>
              <a:spcBef>
                <a:spcPts val="5"/>
              </a:spcBef>
            </a:pP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RAINFALL</a:t>
            </a:r>
            <a:r>
              <a:rPr sz="1700" spc="-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FLOAT(REQUEST.FORM['RAINFALL'])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#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MATCHING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INPUT</a:t>
            </a:r>
            <a:r>
              <a:rPr sz="1700" spc="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WITH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DATASET</a:t>
            </a:r>
            <a:r>
              <a:rPr sz="1700" spc="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TO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FIND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EXACT</a:t>
            </a:r>
            <a:r>
              <a:rPr sz="1700" spc="-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YIELD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1385570" marR="1111885" indent="520065">
              <a:lnSpc>
                <a:spcPts val="1770"/>
              </a:lnSpc>
            </a:pP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MATCHED</a:t>
            </a:r>
            <a:r>
              <a:rPr sz="1700" spc="-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DF[ </a:t>
            </a:r>
            <a:r>
              <a:rPr sz="1700" spc="-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(DF["SOIL_TYPE"]</a:t>
            </a:r>
            <a:r>
              <a:rPr sz="1700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SOIL)</a:t>
            </a:r>
            <a:r>
              <a:rPr sz="1700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&amp;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752475" marR="478790" indent="-635" algn="ctr">
              <a:lnSpc>
                <a:spcPts val="1770"/>
              </a:lnSpc>
              <a:spcBef>
                <a:spcPts val="5"/>
              </a:spcBef>
            </a:pPr>
            <a:r>
              <a:rPr sz="1700" spc="-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(DF["SOIL_PH"]</a:t>
            </a:r>
            <a:r>
              <a:rPr sz="1700" spc="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PH)</a:t>
            </a:r>
            <a:r>
              <a:rPr sz="1700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&amp; </a:t>
            </a:r>
            <a:r>
              <a:rPr sz="1700" spc="-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(DF["SOIL_MOISTURE"]</a:t>
            </a:r>
            <a:r>
              <a:rPr sz="1700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MOISTURE)</a:t>
            </a:r>
            <a:r>
              <a:rPr sz="1700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&amp;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(DF["TEMPERATURE"]</a:t>
            </a:r>
            <a:r>
              <a:rPr sz="1700" spc="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==</a:t>
            </a:r>
            <a:r>
              <a:rPr sz="1700" spc="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TEMP)</a:t>
            </a:r>
            <a:r>
              <a:rPr sz="1700" spc="7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&amp;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(DF["HUMIDITY"]</a:t>
            </a:r>
            <a:r>
              <a:rPr sz="1700" spc="-7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HUMIDITY) </a:t>
            </a:r>
            <a:r>
              <a:rPr sz="170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&amp; </a:t>
            </a:r>
            <a:r>
              <a:rPr sz="170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(DF["RAINFALL"]</a:t>
            </a:r>
            <a:r>
              <a:rPr sz="1700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RAINFALL)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22860" algn="ctr">
              <a:lnSpc>
                <a:spcPts val="1625"/>
              </a:lnSpc>
            </a:pPr>
            <a:r>
              <a:rPr sz="1700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]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1362710" marR="158115" indent="-1173480">
              <a:lnSpc>
                <a:spcPts val="1770"/>
              </a:lnSpc>
              <a:spcBef>
                <a:spcPts val="150"/>
              </a:spcBef>
            </a:pP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#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IF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MATCH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FOUND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800" spc="944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800" spc="17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SHOW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PREDICTED</a:t>
            </a:r>
            <a:r>
              <a:rPr sz="1700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YIELD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IF</a:t>
            </a:r>
            <a:r>
              <a:rPr sz="1700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NOT</a:t>
            </a:r>
            <a:r>
              <a:rPr sz="1700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MATCHED.EMPTY: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206375" marR="175260" indent="2154555">
              <a:lnSpc>
                <a:spcPts val="1770"/>
              </a:lnSpc>
            </a:pP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RESULT</a:t>
            </a:r>
            <a:r>
              <a:rPr sz="1700" spc="-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-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ROUND(MATCHED["CROP_YIELD"].VALUES[0],</a:t>
            </a:r>
            <a:r>
              <a:rPr sz="1700" spc="1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3)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2438400">
              <a:lnSpc>
                <a:spcPts val="1625"/>
              </a:lnSpc>
            </a:pP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ELSE:</a:t>
            </a:r>
            <a:endParaRPr sz="1700">
              <a:latin typeface="Georgia" panose="02040502050405020303"/>
              <a:cs typeface="Georgia" panose="02040502050405020303"/>
            </a:endParaRPr>
          </a:p>
          <a:p>
            <a:pPr marL="882015">
              <a:lnSpc>
                <a:spcPts val="1905"/>
              </a:lnSpc>
            </a:pP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RESULT</a:t>
            </a:r>
            <a:r>
              <a:rPr sz="1700" spc="-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=</a:t>
            </a:r>
            <a:r>
              <a:rPr sz="1700" spc="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"NO</a:t>
            </a:r>
            <a:r>
              <a:rPr sz="1700" spc="-6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EXACT</a:t>
            </a:r>
            <a:r>
              <a:rPr sz="1700" spc="-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MATCH</a:t>
            </a:r>
            <a:r>
              <a:rPr sz="1700" spc="-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FOUND"</a:t>
            </a:r>
            <a:endParaRPr sz="17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1770" y="4672759"/>
            <a:ext cx="3858895" cy="1826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800" b="1" spc="-7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YOU!</a:t>
            </a:r>
            <a:endParaRPr sz="1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28105" y="3090649"/>
            <a:ext cx="5906135" cy="1973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750" b="1" spc="-770" dirty="0">
                <a:latin typeface="Verdana" panose="020B0604030504040204"/>
                <a:cs typeface="Verdana" panose="020B0604030504040204"/>
              </a:rPr>
              <a:t>THANK</a:t>
            </a:r>
            <a:endParaRPr sz="127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1975" y="859344"/>
            <a:ext cx="1747520" cy="1739900"/>
          </a:xfrm>
          <a:custGeom>
            <a:avLst/>
            <a:gdLst/>
            <a:ahLst/>
            <a:cxnLst/>
            <a:rect l="l" t="t" r="r" b="b"/>
            <a:pathLst>
              <a:path w="1747520" h="1739900">
                <a:moveTo>
                  <a:pt x="1110990" y="76199"/>
                </a:moveTo>
                <a:lnTo>
                  <a:pt x="1038858" y="50799"/>
                </a:lnTo>
                <a:lnTo>
                  <a:pt x="1002345" y="50799"/>
                </a:lnTo>
                <a:lnTo>
                  <a:pt x="965618" y="38099"/>
                </a:lnTo>
                <a:lnTo>
                  <a:pt x="817200" y="38099"/>
                </a:lnTo>
                <a:lnTo>
                  <a:pt x="814244" y="0"/>
                </a:lnTo>
                <a:lnTo>
                  <a:pt x="1009256" y="0"/>
                </a:lnTo>
                <a:lnTo>
                  <a:pt x="1085914" y="25399"/>
                </a:lnTo>
                <a:lnTo>
                  <a:pt x="1123664" y="25399"/>
                </a:lnTo>
                <a:lnTo>
                  <a:pt x="1110990" y="76199"/>
                </a:lnTo>
                <a:close/>
              </a:path>
              <a:path w="1747520" h="1739900">
                <a:moveTo>
                  <a:pt x="126347" y="507999"/>
                </a:moveTo>
                <a:lnTo>
                  <a:pt x="86399" y="482599"/>
                </a:lnTo>
                <a:lnTo>
                  <a:pt x="96290" y="469899"/>
                </a:lnTo>
                <a:lnTo>
                  <a:pt x="106681" y="444499"/>
                </a:lnTo>
                <a:lnTo>
                  <a:pt x="117567" y="431799"/>
                </a:lnTo>
                <a:lnTo>
                  <a:pt x="128945" y="406399"/>
                </a:lnTo>
                <a:lnTo>
                  <a:pt x="140816" y="393699"/>
                </a:lnTo>
                <a:lnTo>
                  <a:pt x="153173" y="368299"/>
                </a:lnTo>
                <a:lnTo>
                  <a:pt x="166002" y="355599"/>
                </a:lnTo>
                <a:lnTo>
                  <a:pt x="179283" y="342899"/>
                </a:lnTo>
                <a:lnTo>
                  <a:pt x="211700" y="292099"/>
                </a:lnTo>
                <a:lnTo>
                  <a:pt x="246268" y="253999"/>
                </a:lnTo>
                <a:lnTo>
                  <a:pt x="282876" y="228599"/>
                </a:lnTo>
                <a:lnTo>
                  <a:pt x="321414" y="190499"/>
                </a:lnTo>
                <a:lnTo>
                  <a:pt x="361770" y="165099"/>
                </a:lnTo>
                <a:lnTo>
                  <a:pt x="403835" y="126999"/>
                </a:lnTo>
                <a:lnTo>
                  <a:pt x="447448" y="101599"/>
                </a:lnTo>
                <a:lnTo>
                  <a:pt x="492541" y="76199"/>
                </a:lnTo>
                <a:lnTo>
                  <a:pt x="539002" y="63499"/>
                </a:lnTo>
                <a:lnTo>
                  <a:pt x="586720" y="38099"/>
                </a:lnTo>
                <a:lnTo>
                  <a:pt x="685488" y="12699"/>
                </a:lnTo>
                <a:lnTo>
                  <a:pt x="695027" y="63499"/>
                </a:lnTo>
                <a:lnTo>
                  <a:pt x="647651" y="63499"/>
                </a:lnTo>
                <a:lnTo>
                  <a:pt x="601255" y="88899"/>
                </a:lnTo>
                <a:lnTo>
                  <a:pt x="555947" y="101599"/>
                </a:lnTo>
                <a:lnTo>
                  <a:pt x="511833" y="126999"/>
                </a:lnTo>
                <a:lnTo>
                  <a:pt x="469020" y="139699"/>
                </a:lnTo>
                <a:lnTo>
                  <a:pt x="427616" y="165099"/>
                </a:lnTo>
                <a:lnTo>
                  <a:pt x="387738" y="190499"/>
                </a:lnTo>
                <a:lnTo>
                  <a:pt x="349461" y="228599"/>
                </a:lnTo>
                <a:lnTo>
                  <a:pt x="312893" y="253999"/>
                </a:lnTo>
                <a:lnTo>
                  <a:pt x="278143" y="292099"/>
                </a:lnTo>
                <a:lnTo>
                  <a:pt x="245319" y="330199"/>
                </a:lnTo>
                <a:lnTo>
                  <a:pt x="214529" y="368299"/>
                </a:lnTo>
                <a:lnTo>
                  <a:pt x="201918" y="380999"/>
                </a:lnTo>
                <a:lnTo>
                  <a:pt x="189752" y="393699"/>
                </a:lnTo>
                <a:lnTo>
                  <a:pt x="178039" y="419099"/>
                </a:lnTo>
                <a:lnTo>
                  <a:pt x="166788" y="431799"/>
                </a:lnTo>
                <a:lnTo>
                  <a:pt x="155991" y="457199"/>
                </a:lnTo>
                <a:lnTo>
                  <a:pt x="145644" y="469899"/>
                </a:lnTo>
                <a:lnTo>
                  <a:pt x="135758" y="482599"/>
                </a:lnTo>
                <a:lnTo>
                  <a:pt x="126347" y="507999"/>
                </a:lnTo>
                <a:close/>
              </a:path>
              <a:path w="1747520" h="1739900">
                <a:moveTo>
                  <a:pt x="589670" y="152399"/>
                </a:moveTo>
                <a:lnTo>
                  <a:pt x="546213" y="152399"/>
                </a:lnTo>
                <a:lnTo>
                  <a:pt x="564557" y="139699"/>
                </a:lnTo>
                <a:lnTo>
                  <a:pt x="583119" y="139699"/>
                </a:lnTo>
                <a:lnTo>
                  <a:pt x="601874" y="126999"/>
                </a:lnTo>
                <a:lnTo>
                  <a:pt x="817647" y="76199"/>
                </a:lnTo>
                <a:lnTo>
                  <a:pt x="927620" y="76199"/>
                </a:lnTo>
                <a:lnTo>
                  <a:pt x="1036769" y="101599"/>
                </a:lnTo>
                <a:lnTo>
                  <a:pt x="765392" y="101599"/>
                </a:lnTo>
                <a:lnTo>
                  <a:pt x="607965" y="139699"/>
                </a:lnTo>
                <a:lnTo>
                  <a:pt x="589670" y="152399"/>
                </a:lnTo>
                <a:close/>
              </a:path>
              <a:path w="1747520" h="1739900">
                <a:moveTo>
                  <a:pt x="1578500" y="1384299"/>
                </a:moveTo>
                <a:lnTo>
                  <a:pt x="1542806" y="1358899"/>
                </a:lnTo>
                <a:lnTo>
                  <a:pt x="1572077" y="1320799"/>
                </a:lnTo>
                <a:lnTo>
                  <a:pt x="1598347" y="1269999"/>
                </a:lnTo>
                <a:lnTo>
                  <a:pt x="1621635" y="1231899"/>
                </a:lnTo>
                <a:lnTo>
                  <a:pt x="1641958" y="1181099"/>
                </a:lnTo>
                <a:lnTo>
                  <a:pt x="1659336" y="1130299"/>
                </a:lnTo>
                <a:lnTo>
                  <a:pt x="1673787" y="1092199"/>
                </a:lnTo>
                <a:lnTo>
                  <a:pt x="1685330" y="1041399"/>
                </a:lnTo>
                <a:lnTo>
                  <a:pt x="1693982" y="990599"/>
                </a:lnTo>
                <a:lnTo>
                  <a:pt x="1699763" y="939799"/>
                </a:lnTo>
                <a:lnTo>
                  <a:pt x="1702690" y="888999"/>
                </a:lnTo>
                <a:lnTo>
                  <a:pt x="1702783" y="850899"/>
                </a:lnTo>
                <a:lnTo>
                  <a:pt x="1700059" y="800099"/>
                </a:lnTo>
                <a:lnTo>
                  <a:pt x="1694538" y="749299"/>
                </a:lnTo>
                <a:lnTo>
                  <a:pt x="1686249" y="698499"/>
                </a:lnTo>
                <a:lnTo>
                  <a:pt x="1675203" y="647699"/>
                </a:lnTo>
                <a:lnTo>
                  <a:pt x="1661419" y="609599"/>
                </a:lnTo>
                <a:lnTo>
                  <a:pt x="1644914" y="558799"/>
                </a:lnTo>
                <a:lnTo>
                  <a:pt x="1625710" y="520699"/>
                </a:lnTo>
                <a:lnTo>
                  <a:pt x="1603823" y="469899"/>
                </a:lnTo>
                <a:lnTo>
                  <a:pt x="1579273" y="431799"/>
                </a:lnTo>
                <a:lnTo>
                  <a:pt x="1552078" y="393699"/>
                </a:lnTo>
                <a:lnTo>
                  <a:pt x="1522259" y="355599"/>
                </a:lnTo>
                <a:lnTo>
                  <a:pt x="1489832" y="317499"/>
                </a:lnTo>
                <a:lnTo>
                  <a:pt x="1454818" y="279399"/>
                </a:lnTo>
                <a:lnTo>
                  <a:pt x="1417235" y="241299"/>
                </a:lnTo>
                <a:lnTo>
                  <a:pt x="1377102" y="203199"/>
                </a:lnTo>
                <a:lnTo>
                  <a:pt x="1340311" y="177799"/>
                </a:lnTo>
                <a:lnTo>
                  <a:pt x="1282219" y="139699"/>
                </a:lnTo>
                <a:lnTo>
                  <a:pt x="1262256" y="139699"/>
                </a:lnTo>
                <a:lnTo>
                  <a:pt x="1221564" y="114299"/>
                </a:lnTo>
                <a:lnTo>
                  <a:pt x="1240150" y="76199"/>
                </a:lnTo>
                <a:lnTo>
                  <a:pt x="1283193" y="101599"/>
                </a:lnTo>
                <a:lnTo>
                  <a:pt x="1304180" y="101599"/>
                </a:lnTo>
                <a:lnTo>
                  <a:pt x="1324793" y="114299"/>
                </a:lnTo>
                <a:lnTo>
                  <a:pt x="1364988" y="139699"/>
                </a:lnTo>
                <a:lnTo>
                  <a:pt x="1384636" y="152399"/>
                </a:lnTo>
                <a:lnTo>
                  <a:pt x="1403973" y="177799"/>
                </a:lnTo>
                <a:lnTo>
                  <a:pt x="1443328" y="203199"/>
                </a:lnTo>
                <a:lnTo>
                  <a:pt x="1480367" y="241299"/>
                </a:lnTo>
                <a:lnTo>
                  <a:pt x="1515074" y="279399"/>
                </a:lnTo>
                <a:lnTo>
                  <a:pt x="1547433" y="304799"/>
                </a:lnTo>
                <a:lnTo>
                  <a:pt x="1577428" y="342899"/>
                </a:lnTo>
                <a:lnTo>
                  <a:pt x="1605045" y="393699"/>
                </a:lnTo>
                <a:lnTo>
                  <a:pt x="1630266" y="431799"/>
                </a:lnTo>
                <a:lnTo>
                  <a:pt x="1653076" y="469899"/>
                </a:lnTo>
                <a:lnTo>
                  <a:pt x="1673460" y="520699"/>
                </a:lnTo>
                <a:lnTo>
                  <a:pt x="1691401" y="558799"/>
                </a:lnTo>
                <a:lnTo>
                  <a:pt x="1706884" y="609599"/>
                </a:lnTo>
                <a:lnTo>
                  <a:pt x="1719893" y="647699"/>
                </a:lnTo>
                <a:lnTo>
                  <a:pt x="1730413" y="698499"/>
                </a:lnTo>
                <a:lnTo>
                  <a:pt x="1738427" y="736599"/>
                </a:lnTo>
                <a:lnTo>
                  <a:pt x="1743910" y="787399"/>
                </a:lnTo>
                <a:lnTo>
                  <a:pt x="1746856" y="838199"/>
                </a:lnTo>
                <a:lnTo>
                  <a:pt x="1747053" y="863599"/>
                </a:lnTo>
                <a:lnTo>
                  <a:pt x="1747151" y="876299"/>
                </a:lnTo>
                <a:lnTo>
                  <a:pt x="1745073" y="927099"/>
                </a:lnTo>
                <a:lnTo>
                  <a:pt x="1740312" y="977899"/>
                </a:lnTo>
                <a:lnTo>
                  <a:pt x="1732950" y="1028699"/>
                </a:lnTo>
                <a:lnTo>
                  <a:pt x="1722971" y="1066799"/>
                </a:lnTo>
                <a:lnTo>
                  <a:pt x="1710358" y="1117599"/>
                </a:lnTo>
                <a:lnTo>
                  <a:pt x="1695097" y="1168399"/>
                </a:lnTo>
                <a:lnTo>
                  <a:pt x="1677172" y="1206499"/>
                </a:lnTo>
                <a:lnTo>
                  <a:pt x="1656565" y="1257299"/>
                </a:lnTo>
                <a:lnTo>
                  <a:pt x="1633261" y="1295399"/>
                </a:lnTo>
                <a:lnTo>
                  <a:pt x="1607245" y="1346199"/>
                </a:lnTo>
                <a:lnTo>
                  <a:pt x="1578500" y="1384299"/>
                </a:lnTo>
                <a:close/>
              </a:path>
              <a:path w="1747520" h="1739900">
                <a:moveTo>
                  <a:pt x="1137413" y="139699"/>
                </a:moveTo>
                <a:lnTo>
                  <a:pt x="979902" y="101599"/>
                </a:lnTo>
                <a:lnTo>
                  <a:pt x="1036769" y="101599"/>
                </a:lnTo>
                <a:lnTo>
                  <a:pt x="1143459" y="126999"/>
                </a:lnTo>
                <a:lnTo>
                  <a:pt x="1137413" y="139699"/>
                </a:lnTo>
                <a:close/>
              </a:path>
              <a:path w="1747520" h="1739900">
                <a:moveTo>
                  <a:pt x="317355" y="495299"/>
                </a:moveTo>
                <a:lnTo>
                  <a:pt x="258284" y="457199"/>
                </a:lnTo>
                <a:lnTo>
                  <a:pt x="268864" y="444499"/>
                </a:lnTo>
                <a:lnTo>
                  <a:pt x="279775" y="431799"/>
                </a:lnTo>
                <a:lnTo>
                  <a:pt x="291014" y="419099"/>
                </a:lnTo>
                <a:lnTo>
                  <a:pt x="302576" y="406399"/>
                </a:lnTo>
                <a:lnTo>
                  <a:pt x="314835" y="380999"/>
                </a:lnTo>
                <a:lnTo>
                  <a:pt x="327286" y="368299"/>
                </a:lnTo>
                <a:lnTo>
                  <a:pt x="339923" y="355599"/>
                </a:lnTo>
                <a:lnTo>
                  <a:pt x="352735" y="342899"/>
                </a:lnTo>
                <a:lnTo>
                  <a:pt x="390777" y="304799"/>
                </a:lnTo>
                <a:lnTo>
                  <a:pt x="431052" y="279399"/>
                </a:lnTo>
                <a:lnTo>
                  <a:pt x="473387" y="253999"/>
                </a:lnTo>
                <a:lnTo>
                  <a:pt x="517607" y="228599"/>
                </a:lnTo>
                <a:lnTo>
                  <a:pt x="563538" y="203199"/>
                </a:lnTo>
                <a:lnTo>
                  <a:pt x="610909" y="177799"/>
                </a:lnTo>
                <a:lnTo>
                  <a:pt x="659609" y="165099"/>
                </a:lnTo>
                <a:lnTo>
                  <a:pt x="811916" y="126999"/>
                </a:lnTo>
                <a:lnTo>
                  <a:pt x="817738" y="203199"/>
                </a:lnTo>
                <a:lnTo>
                  <a:pt x="771009" y="203199"/>
                </a:lnTo>
                <a:lnTo>
                  <a:pt x="635959" y="241299"/>
                </a:lnTo>
                <a:lnTo>
                  <a:pt x="593186" y="266699"/>
                </a:lnTo>
                <a:lnTo>
                  <a:pt x="551847" y="279399"/>
                </a:lnTo>
                <a:lnTo>
                  <a:pt x="511990" y="304799"/>
                </a:lnTo>
                <a:lnTo>
                  <a:pt x="473772" y="330199"/>
                </a:lnTo>
                <a:lnTo>
                  <a:pt x="437354" y="368299"/>
                </a:lnTo>
                <a:lnTo>
                  <a:pt x="402894" y="393699"/>
                </a:lnTo>
                <a:lnTo>
                  <a:pt x="368067" y="431799"/>
                </a:lnTo>
                <a:lnTo>
                  <a:pt x="336574" y="469899"/>
                </a:lnTo>
                <a:lnTo>
                  <a:pt x="326748" y="482599"/>
                </a:lnTo>
                <a:lnTo>
                  <a:pt x="317355" y="495299"/>
                </a:lnTo>
                <a:close/>
              </a:path>
              <a:path w="1747520" h="1739900">
                <a:moveTo>
                  <a:pt x="467206" y="215899"/>
                </a:moveTo>
                <a:lnTo>
                  <a:pt x="457935" y="203199"/>
                </a:lnTo>
                <a:lnTo>
                  <a:pt x="492655" y="177799"/>
                </a:lnTo>
                <a:lnTo>
                  <a:pt x="528113" y="152399"/>
                </a:lnTo>
                <a:lnTo>
                  <a:pt x="571543" y="152399"/>
                </a:lnTo>
                <a:lnTo>
                  <a:pt x="535861" y="177799"/>
                </a:lnTo>
                <a:lnTo>
                  <a:pt x="518263" y="177799"/>
                </a:lnTo>
                <a:lnTo>
                  <a:pt x="500945" y="190499"/>
                </a:lnTo>
                <a:lnTo>
                  <a:pt x="483922" y="203199"/>
                </a:lnTo>
                <a:lnTo>
                  <a:pt x="467206" y="215899"/>
                </a:lnTo>
                <a:close/>
              </a:path>
              <a:path w="1747520" h="1739900">
                <a:moveTo>
                  <a:pt x="1455924" y="368299"/>
                </a:moveTo>
                <a:lnTo>
                  <a:pt x="1408424" y="317499"/>
                </a:lnTo>
                <a:lnTo>
                  <a:pt x="1356725" y="266699"/>
                </a:lnTo>
                <a:lnTo>
                  <a:pt x="1301124" y="228599"/>
                </a:lnTo>
                <a:lnTo>
                  <a:pt x="1271993" y="203199"/>
                </a:lnTo>
                <a:lnTo>
                  <a:pt x="1242031" y="190499"/>
                </a:lnTo>
                <a:lnTo>
                  <a:pt x="1250495" y="177799"/>
                </a:lnTo>
                <a:lnTo>
                  <a:pt x="1281185" y="190499"/>
                </a:lnTo>
                <a:lnTo>
                  <a:pt x="1311011" y="215899"/>
                </a:lnTo>
                <a:lnTo>
                  <a:pt x="1339912" y="228599"/>
                </a:lnTo>
                <a:lnTo>
                  <a:pt x="1394779" y="279399"/>
                </a:lnTo>
                <a:lnTo>
                  <a:pt x="1445566" y="330199"/>
                </a:lnTo>
                <a:lnTo>
                  <a:pt x="1469314" y="355599"/>
                </a:lnTo>
                <a:lnTo>
                  <a:pt x="1455924" y="368299"/>
                </a:lnTo>
                <a:close/>
              </a:path>
              <a:path w="1747520" h="1739900">
                <a:moveTo>
                  <a:pt x="133602" y="1142999"/>
                </a:moveTo>
                <a:lnTo>
                  <a:pt x="118044" y="1092199"/>
                </a:lnTo>
                <a:lnTo>
                  <a:pt x="105536" y="1041399"/>
                </a:lnTo>
                <a:lnTo>
                  <a:pt x="96051" y="1003299"/>
                </a:lnTo>
                <a:lnTo>
                  <a:pt x="89560" y="952499"/>
                </a:lnTo>
                <a:lnTo>
                  <a:pt x="86036" y="901699"/>
                </a:lnTo>
                <a:lnTo>
                  <a:pt x="85450" y="850899"/>
                </a:lnTo>
                <a:lnTo>
                  <a:pt x="87775" y="800099"/>
                </a:lnTo>
                <a:lnTo>
                  <a:pt x="92982" y="761999"/>
                </a:lnTo>
                <a:lnTo>
                  <a:pt x="101044" y="711199"/>
                </a:lnTo>
                <a:lnTo>
                  <a:pt x="111950" y="660399"/>
                </a:lnTo>
                <a:lnTo>
                  <a:pt x="125662" y="622299"/>
                </a:lnTo>
                <a:lnTo>
                  <a:pt x="142151" y="571499"/>
                </a:lnTo>
                <a:lnTo>
                  <a:pt x="161391" y="533399"/>
                </a:lnTo>
                <a:lnTo>
                  <a:pt x="183353" y="482599"/>
                </a:lnTo>
                <a:lnTo>
                  <a:pt x="208010" y="444499"/>
                </a:lnTo>
                <a:lnTo>
                  <a:pt x="235334" y="406399"/>
                </a:lnTo>
                <a:lnTo>
                  <a:pt x="265298" y="368299"/>
                </a:lnTo>
                <a:lnTo>
                  <a:pt x="297874" y="330199"/>
                </a:lnTo>
                <a:lnTo>
                  <a:pt x="310772" y="342899"/>
                </a:lnTo>
                <a:lnTo>
                  <a:pt x="275126" y="380999"/>
                </a:lnTo>
                <a:lnTo>
                  <a:pt x="242715" y="419099"/>
                </a:lnTo>
                <a:lnTo>
                  <a:pt x="213577" y="469899"/>
                </a:lnTo>
                <a:lnTo>
                  <a:pt x="187753" y="520699"/>
                </a:lnTo>
                <a:lnTo>
                  <a:pt x="165281" y="558799"/>
                </a:lnTo>
                <a:lnTo>
                  <a:pt x="146202" y="609599"/>
                </a:lnTo>
                <a:lnTo>
                  <a:pt x="130553" y="660399"/>
                </a:lnTo>
                <a:lnTo>
                  <a:pt x="118376" y="711199"/>
                </a:lnTo>
                <a:lnTo>
                  <a:pt x="109703" y="761999"/>
                </a:lnTo>
                <a:lnTo>
                  <a:pt x="104571" y="812799"/>
                </a:lnTo>
                <a:lnTo>
                  <a:pt x="103015" y="876299"/>
                </a:lnTo>
                <a:lnTo>
                  <a:pt x="105074" y="927099"/>
                </a:lnTo>
                <a:lnTo>
                  <a:pt x="110787" y="977899"/>
                </a:lnTo>
                <a:lnTo>
                  <a:pt x="120189" y="1028699"/>
                </a:lnTo>
                <a:lnTo>
                  <a:pt x="133320" y="1079499"/>
                </a:lnTo>
                <a:lnTo>
                  <a:pt x="150218" y="1130299"/>
                </a:lnTo>
                <a:lnTo>
                  <a:pt x="133602" y="1142999"/>
                </a:lnTo>
                <a:close/>
              </a:path>
              <a:path w="1747520" h="1739900">
                <a:moveTo>
                  <a:pt x="1160208" y="1600199"/>
                </a:moveTo>
                <a:lnTo>
                  <a:pt x="1153759" y="1587499"/>
                </a:lnTo>
                <a:lnTo>
                  <a:pt x="1201579" y="1562099"/>
                </a:lnTo>
                <a:lnTo>
                  <a:pt x="1247319" y="1536699"/>
                </a:lnTo>
                <a:lnTo>
                  <a:pt x="1290914" y="1511299"/>
                </a:lnTo>
                <a:lnTo>
                  <a:pt x="1332300" y="1485899"/>
                </a:lnTo>
                <a:lnTo>
                  <a:pt x="1371413" y="1460499"/>
                </a:lnTo>
                <a:lnTo>
                  <a:pt x="1408188" y="1422399"/>
                </a:lnTo>
                <a:lnTo>
                  <a:pt x="1442561" y="1384299"/>
                </a:lnTo>
                <a:lnTo>
                  <a:pt x="1474466" y="1346199"/>
                </a:lnTo>
                <a:lnTo>
                  <a:pt x="1503840" y="1308099"/>
                </a:lnTo>
                <a:lnTo>
                  <a:pt x="1530618" y="1269999"/>
                </a:lnTo>
                <a:lnTo>
                  <a:pt x="1554735" y="1231899"/>
                </a:lnTo>
                <a:lnTo>
                  <a:pt x="1576126" y="1181099"/>
                </a:lnTo>
                <a:lnTo>
                  <a:pt x="1594729" y="1142999"/>
                </a:lnTo>
                <a:lnTo>
                  <a:pt x="1610477" y="1092199"/>
                </a:lnTo>
                <a:lnTo>
                  <a:pt x="1623308" y="1041399"/>
                </a:lnTo>
                <a:lnTo>
                  <a:pt x="1633158" y="1003299"/>
                </a:lnTo>
                <a:lnTo>
                  <a:pt x="1639962" y="952499"/>
                </a:lnTo>
                <a:lnTo>
                  <a:pt x="1643657" y="901699"/>
                </a:lnTo>
                <a:lnTo>
                  <a:pt x="1644178" y="850899"/>
                </a:lnTo>
                <a:lnTo>
                  <a:pt x="1641463" y="800099"/>
                </a:lnTo>
                <a:lnTo>
                  <a:pt x="1635446" y="749299"/>
                </a:lnTo>
                <a:lnTo>
                  <a:pt x="1626065" y="698499"/>
                </a:lnTo>
                <a:lnTo>
                  <a:pt x="1613254" y="647699"/>
                </a:lnTo>
                <a:lnTo>
                  <a:pt x="1596951" y="596899"/>
                </a:lnTo>
                <a:lnTo>
                  <a:pt x="1589388" y="584199"/>
                </a:lnTo>
                <a:lnTo>
                  <a:pt x="1581282" y="558799"/>
                </a:lnTo>
                <a:lnTo>
                  <a:pt x="1572648" y="546099"/>
                </a:lnTo>
                <a:lnTo>
                  <a:pt x="1563497" y="520699"/>
                </a:lnTo>
                <a:lnTo>
                  <a:pt x="1553827" y="507999"/>
                </a:lnTo>
                <a:lnTo>
                  <a:pt x="1543641" y="482599"/>
                </a:lnTo>
                <a:lnTo>
                  <a:pt x="1532959" y="469899"/>
                </a:lnTo>
                <a:lnTo>
                  <a:pt x="1521802" y="444499"/>
                </a:lnTo>
                <a:lnTo>
                  <a:pt x="1536671" y="444499"/>
                </a:lnTo>
                <a:lnTo>
                  <a:pt x="1548132" y="457199"/>
                </a:lnTo>
                <a:lnTo>
                  <a:pt x="1559069" y="482599"/>
                </a:lnTo>
                <a:lnTo>
                  <a:pt x="1569477" y="495299"/>
                </a:lnTo>
                <a:lnTo>
                  <a:pt x="1579351" y="520699"/>
                </a:lnTo>
                <a:lnTo>
                  <a:pt x="1588722" y="533399"/>
                </a:lnTo>
                <a:lnTo>
                  <a:pt x="1597550" y="558799"/>
                </a:lnTo>
                <a:lnTo>
                  <a:pt x="1605834" y="571499"/>
                </a:lnTo>
                <a:lnTo>
                  <a:pt x="1613567" y="596899"/>
                </a:lnTo>
                <a:lnTo>
                  <a:pt x="1630243" y="647699"/>
                </a:lnTo>
                <a:lnTo>
                  <a:pt x="1643346" y="698499"/>
                </a:lnTo>
                <a:lnTo>
                  <a:pt x="1652942" y="749299"/>
                </a:lnTo>
                <a:lnTo>
                  <a:pt x="1659095" y="800099"/>
                </a:lnTo>
                <a:lnTo>
                  <a:pt x="1661871" y="850899"/>
                </a:lnTo>
                <a:lnTo>
                  <a:pt x="1661336" y="901699"/>
                </a:lnTo>
                <a:lnTo>
                  <a:pt x="1657554" y="952499"/>
                </a:lnTo>
                <a:lnTo>
                  <a:pt x="1650592" y="1003299"/>
                </a:lnTo>
                <a:lnTo>
                  <a:pt x="1640515" y="1054099"/>
                </a:lnTo>
                <a:lnTo>
                  <a:pt x="1627389" y="1092199"/>
                </a:lnTo>
                <a:lnTo>
                  <a:pt x="1611278" y="1142999"/>
                </a:lnTo>
                <a:lnTo>
                  <a:pt x="1592249" y="1193799"/>
                </a:lnTo>
                <a:lnTo>
                  <a:pt x="1570367" y="1231899"/>
                </a:lnTo>
                <a:lnTo>
                  <a:pt x="1545697" y="1282699"/>
                </a:lnTo>
                <a:lnTo>
                  <a:pt x="1518306" y="1320799"/>
                </a:lnTo>
                <a:lnTo>
                  <a:pt x="1488260" y="1358899"/>
                </a:lnTo>
                <a:lnTo>
                  <a:pt x="1455624" y="1396999"/>
                </a:lnTo>
                <a:lnTo>
                  <a:pt x="1420465" y="1435099"/>
                </a:lnTo>
                <a:lnTo>
                  <a:pt x="1382848" y="1473199"/>
                </a:lnTo>
                <a:lnTo>
                  <a:pt x="1342840" y="1498599"/>
                </a:lnTo>
                <a:lnTo>
                  <a:pt x="1300506" y="1523999"/>
                </a:lnTo>
                <a:lnTo>
                  <a:pt x="1255912" y="1562099"/>
                </a:lnTo>
                <a:lnTo>
                  <a:pt x="1209124" y="1574799"/>
                </a:lnTo>
                <a:lnTo>
                  <a:pt x="1160208" y="1600199"/>
                </a:lnTo>
                <a:close/>
              </a:path>
              <a:path w="1747520" h="1739900">
                <a:moveTo>
                  <a:pt x="269480" y="990599"/>
                </a:moveTo>
                <a:lnTo>
                  <a:pt x="266510" y="977899"/>
                </a:lnTo>
                <a:lnTo>
                  <a:pt x="263921" y="965199"/>
                </a:lnTo>
                <a:lnTo>
                  <a:pt x="261727" y="939799"/>
                </a:lnTo>
                <a:lnTo>
                  <a:pt x="259941" y="927099"/>
                </a:lnTo>
                <a:lnTo>
                  <a:pt x="258504" y="914399"/>
                </a:lnTo>
                <a:lnTo>
                  <a:pt x="257483" y="901699"/>
                </a:lnTo>
                <a:lnTo>
                  <a:pt x="256874" y="876299"/>
                </a:lnTo>
                <a:lnTo>
                  <a:pt x="256672" y="863599"/>
                </a:lnTo>
                <a:lnTo>
                  <a:pt x="259072" y="812799"/>
                </a:lnTo>
                <a:lnTo>
                  <a:pt x="266205" y="761999"/>
                </a:lnTo>
                <a:lnTo>
                  <a:pt x="277965" y="711199"/>
                </a:lnTo>
                <a:lnTo>
                  <a:pt x="294246" y="660399"/>
                </a:lnTo>
                <a:lnTo>
                  <a:pt x="314936" y="609599"/>
                </a:lnTo>
                <a:lnTo>
                  <a:pt x="339921" y="558799"/>
                </a:lnTo>
                <a:lnTo>
                  <a:pt x="369097" y="507999"/>
                </a:lnTo>
                <a:lnTo>
                  <a:pt x="402357" y="469899"/>
                </a:lnTo>
                <a:lnTo>
                  <a:pt x="436170" y="495299"/>
                </a:lnTo>
                <a:lnTo>
                  <a:pt x="405292" y="533399"/>
                </a:lnTo>
                <a:lnTo>
                  <a:pt x="378218" y="584199"/>
                </a:lnTo>
                <a:lnTo>
                  <a:pt x="355040" y="622299"/>
                </a:lnTo>
                <a:lnTo>
                  <a:pt x="335851" y="673099"/>
                </a:lnTo>
                <a:lnTo>
                  <a:pt x="320778" y="723899"/>
                </a:lnTo>
                <a:lnTo>
                  <a:pt x="309887" y="761999"/>
                </a:lnTo>
                <a:lnTo>
                  <a:pt x="303279" y="812799"/>
                </a:lnTo>
                <a:lnTo>
                  <a:pt x="301054" y="863599"/>
                </a:lnTo>
                <a:lnTo>
                  <a:pt x="301238" y="876299"/>
                </a:lnTo>
                <a:lnTo>
                  <a:pt x="302697" y="914399"/>
                </a:lnTo>
                <a:lnTo>
                  <a:pt x="307659" y="952499"/>
                </a:lnTo>
                <a:lnTo>
                  <a:pt x="312832" y="977899"/>
                </a:lnTo>
                <a:lnTo>
                  <a:pt x="269480" y="990599"/>
                </a:lnTo>
                <a:close/>
              </a:path>
              <a:path w="1747520" h="1739900">
                <a:moveTo>
                  <a:pt x="352691" y="1384299"/>
                </a:moveTo>
                <a:lnTo>
                  <a:pt x="317312" y="1346199"/>
                </a:lnTo>
                <a:lnTo>
                  <a:pt x="284965" y="1308099"/>
                </a:lnTo>
                <a:lnTo>
                  <a:pt x="255693" y="1269999"/>
                </a:lnTo>
                <a:lnTo>
                  <a:pt x="229537" y="1219199"/>
                </a:lnTo>
                <a:lnTo>
                  <a:pt x="206541" y="1181099"/>
                </a:lnTo>
                <a:lnTo>
                  <a:pt x="186747" y="1130299"/>
                </a:lnTo>
                <a:lnTo>
                  <a:pt x="170198" y="1092199"/>
                </a:lnTo>
                <a:lnTo>
                  <a:pt x="156935" y="1041399"/>
                </a:lnTo>
                <a:lnTo>
                  <a:pt x="146985" y="990599"/>
                </a:lnTo>
                <a:lnTo>
                  <a:pt x="140406" y="939799"/>
                </a:lnTo>
                <a:lnTo>
                  <a:pt x="137237" y="888999"/>
                </a:lnTo>
                <a:lnTo>
                  <a:pt x="137308" y="876299"/>
                </a:lnTo>
                <a:lnTo>
                  <a:pt x="137379" y="863599"/>
                </a:lnTo>
                <a:lnTo>
                  <a:pt x="137450" y="850899"/>
                </a:lnTo>
                <a:lnTo>
                  <a:pt x="137521" y="838199"/>
                </a:lnTo>
                <a:lnTo>
                  <a:pt x="141298" y="787399"/>
                </a:lnTo>
                <a:lnTo>
                  <a:pt x="148610" y="736599"/>
                </a:lnTo>
                <a:lnTo>
                  <a:pt x="159496" y="685799"/>
                </a:lnTo>
                <a:lnTo>
                  <a:pt x="173998" y="634999"/>
                </a:lnTo>
                <a:lnTo>
                  <a:pt x="241400" y="660399"/>
                </a:lnTo>
                <a:lnTo>
                  <a:pt x="226682" y="711199"/>
                </a:lnTo>
                <a:lnTo>
                  <a:pt x="216234" y="761999"/>
                </a:lnTo>
                <a:lnTo>
                  <a:pt x="209996" y="812799"/>
                </a:lnTo>
                <a:lnTo>
                  <a:pt x="207911" y="863599"/>
                </a:lnTo>
                <a:lnTo>
                  <a:pt x="209921" y="914399"/>
                </a:lnTo>
                <a:lnTo>
                  <a:pt x="215968" y="965199"/>
                </a:lnTo>
                <a:lnTo>
                  <a:pt x="225994" y="1015999"/>
                </a:lnTo>
                <a:lnTo>
                  <a:pt x="239943" y="1066799"/>
                </a:lnTo>
                <a:lnTo>
                  <a:pt x="257762" y="1117599"/>
                </a:lnTo>
                <a:lnTo>
                  <a:pt x="279393" y="1168399"/>
                </a:lnTo>
                <a:lnTo>
                  <a:pt x="304779" y="1219199"/>
                </a:lnTo>
                <a:lnTo>
                  <a:pt x="333863" y="1257299"/>
                </a:lnTo>
                <a:lnTo>
                  <a:pt x="366587" y="1295399"/>
                </a:lnTo>
                <a:lnTo>
                  <a:pt x="402894" y="1333499"/>
                </a:lnTo>
                <a:lnTo>
                  <a:pt x="352691" y="1384299"/>
                </a:lnTo>
                <a:close/>
              </a:path>
              <a:path w="1747520" h="1739900">
                <a:moveTo>
                  <a:pt x="343241" y="1562099"/>
                </a:moveTo>
                <a:lnTo>
                  <a:pt x="304947" y="1536699"/>
                </a:lnTo>
                <a:lnTo>
                  <a:pt x="268717" y="1498599"/>
                </a:lnTo>
                <a:lnTo>
                  <a:pt x="234590" y="1460499"/>
                </a:lnTo>
                <a:lnTo>
                  <a:pt x="202606" y="1422399"/>
                </a:lnTo>
                <a:lnTo>
                  <a:pt x="172806" y="1384299"/>
                </a:lnTo>
                <a:lnTo>
                  <a:pt x="145230" y="1346199"/>
                </a:lnTo>
                <a:lnTo>
                  <a:pt x="119917" y="1308099"/>
                </a:lnTo>
                <a:lnTo>
                  <a:pt x="96908" y="1269999"/>
                </a:lnTo>
                <a:lnTo>
                  <a:pt x="76242" y="1219199"/>
                </a:lnTo>
                <a:lnTo>
                  <a:pt x="57961" y="1181099"/>
                </a:lnTo>
                <a:lnTo>
                  <a:pt x="42101" y="1130299"/>
                </a:lnTo>
                <a:lnTo>
                  <a:pt x="28702" y="1092199"/>
                </a:lnTo>
                <a:lnTo>
                  <a:pt x="17804" y="1041399"/>
                </a:lnTo>
                <a:lnTo>
                  <a:pt x="9445" y="990599"/>
                </a:lnTo>
                <a:lnTo>
                  <a:pt x="3664" y="952499"/>
                </a:lnTo>
                <a:lnTo>
                  <a:pt x="503" y="901699"/>
                </a:lnTo>
                <a:lnTo>
                  <a:pt x="251" y="876299"/>
                </a:lnTo>
                <a:lnTo>
                  <a:pt x="125" y="863599"/>
                </a:lnTo>
                <a:lnTo>
                  <a:pt x="0" y="850899"/>
                </a:lnTo>
                <a:lnTo>
                  <a:pt x="2194" y="800099"/>
                </a:lnTo>
                <a:lnTo>
                  <a:pt x="7125" y="749299"/>
                </a:lnTo>
                <a:lnTo>
                  <a:pt x="14833" y="711199"/>
                </a:lnTo>
                <a:lnTo>
                  <a:pt x="58364" y="711199"/>
                </a:lnTo>
                <a:lnTo>
                  <a:pt x="50390" y="761999"/>
                </a:lnTo>
                <a:lnTo>
                  <a:pt x="45664" y="812799"/>
                </a:lnTo>
                <a:lnTo>
                  <a:pt x="44134" y="863599"/>
                </a:lnTo>
                <a:lnTo>
                  <a:pt x="45750" y="914399"/>
                </a:lnTo>
                <a:lnTo>
                  <a:pt x="50461" y="965199"/>
                </a:lnTo>
                <a:lnTo>
                  <a:pt x="58218" y="1015999"/>
                </a:lnTo>
                <a:lnTo>
                  <a:pt x="68969" y="1066799"/>
                </a:lnTo>
                <a:lnTo>
                  <a:pt x="82664" y="1117599"/>
                </a:lnTo>
                <a:lnTo>
                  <a:pt x="99252" y="1168399"/>
                </a:lnTo>
                <a:lnTo>
                  <a:pt x="118669" y="1206499"/>
                </a:lnTo>
                <a:lnTo>
                  <a:pt x="140876" y="1257299"/>
                </a:lnTo>
                <a:lnTo>
                  <a:pt x="165823" y="1295399"/>
                </a:lnTo>
                <a:lnTo>
                  <a:pt x="193456" y="1346199"/>
                </a:lnTo>
                <a:lnTo>
                  <a:pt x="223725" y="1384299"/>
                </a:lnTo>
                <a:lnTo>
                  <a:pt x="256577" y="1422399"/>
                </a:lnTo>
                <a:lnTo>
                  <a:pt x="291960" y="1460499"/>
                </a:lnTo>
                <a:lnTo>
                  <a:pt x="329822" y="1498599"/>
                </a:lnTo>
                <a:lnTo>
                  <a:pt x="370112" y="1523999"/>
                </a:lnTo>
                <a:lnTo>
                  <a:pt x="343241" y="1562099"/>
                </a:lnTo>
                <a:close/>
              </a:path>
              <a:path w="1747520" h="1739900">
                <a:moveTo>
                  <a:pt x="796294" y="1638299"/>
                </a:moveTo>
                <a:lnTo>
                  <a:pt x="690386" y="1638299"/>
                </a:lnTo>
                <a:lnTo>
                  <a:pt x="639785" y="1625599"/>
                </a:lnTo>
                <a:lnTo>
                  <a:pt x="590371" y="1600199"/>
                </a:lnTo>
                <a:lnTo>
                  <a:pt x="542301" y="1587499"/>
                </a:lnTo>
                <a:lnTo>
                  <a:pt x="495734" y="1562099"/>
                </a:lnTo>
                <a:lnTo>
                  <a:pt x="450805" y="1536699"/>
                </a:lnTo>
                <a:lnTo>
                  <a:pt x="407686" y="1498599"/>
                </a:lnTo>
                <a:lnTo>
                  <a:pt x="366533" y="1473199"/>
                </a:lnTo>
                <a:lnTo>
                  <a:pt x="327499" y="1435099"/>
                </a:lnTo>
                <a:lnTo>
                  <a:pt x="290741" y="1396999"/>
                </a:lnTo>
                <a:lnTo>
                  <a:pt x="256414" y="1358899"/>
                </a:lnTo>
                <a:lnTo>
                  <a:pt x="224673" y="1320799"/>
                </a:lnTo>
                <a:lnTo>
                  <a:pt x="195674" y="1269999"/>
                </a:lnTo>
                <a:lnTo>
                  <a:pt x="210901" y="1257299"/>
                </a:lnTo>
                <a:lnTo>
                  <a:pt x="239248" y="1308099"/>
                </a:lnTo>
                <a:lnTo>
                  <a:pt x="270276" y="1346199"/>
                </a:lnTo>
                <a:lnTo>
                  <a:pt x="303832" y="1384299"/>
                </a:lnTo>
                <a:lnTo>
                  <a:pt x="339764" y="1422399"/>
                </a:lnTo>
                <a:lnTo>
                  <a:pt x="377920" y="1460499"/>
                </a:lnTo>
                <a:lnTo>
                  <a:pt x="418146" y="1485899"/>
                </a:lnTo>
                <a:lnTo>
                  <a:pt x="460289" y="1511299"/>
                </a:lnTo>
                <a:lnTo>
                  <a:pt x="504198" y="1549399"/>
                </a:lnTo>
                <a:lnTo>
                  <a:pt x="549723" y="1562099"/>
                </a:lnTo>
                <a:lnTo>
                  <a:pt x="596715" y="1587499"/>
                </a:lnTo>
                <a:lnTo>
                  <a:pt x="796294" y="1638299"/>
                </a:lnTo>
                <a:close/>
              </a:path>
              <a:path w="1747520" h="1739900">
                <a:moveTo>
                  <a:pt x="949585" y="1600199"/>
                </a:moveTo>
                <a:lnTo>
                  <a:pt x="755689" y="1600199"/>
                </a:lnTo>
                <a:lnTo>
                  <a:pt x="616201" y="1562099"/>
                </a:lnTo>
                <a:lnTo>
                  <a:pt x="571595" y="1536699"/>
                </a:lnTo>
                <a:lnTo>
                  <a:pt x="528175" y="1523999"/>
                </a:lnTo>
                <a:lnTo>
                  <a:pt x="486095" y="1498599"/>
                </a:lnTo>
                <a:lnTo>
                  <a:pt x="445508" y="1460499"/>
                </a:lnTo>
                <a:lnTo>
                  <a:pt x="406567" y="1435099"/>
                </a:lnTo>
                <a:lnTo>
                  <a:pt x="451486" y="1384299"/>
                </a:lnTo>
                <a:lnTo>
                  <a:pt x="493762" y="1409699"/>
                </a:lnTo>
                <a:lnTo>
                  <a:pt x="538203" y="1447799"/>
                </a:lnTo>
                <a:lnTo>
                  <a:pt x="584565" y="1473199"/>
                </a:lnTo>
                <a:lnTo>
                  <a:pt x="682084" y="1498599"/>
                </a:lnTo>
                <a:lnTo>
                  <a:pt x="732766" y="1523999"/>
                </a:lnTo>
                <a:lnTo>
                  <a:pt x="784373" y="1523999"/>
                </a:lnTo>
                <a:lnTo>
                  <a:pt x="836667" y="1536699"/>
                </a:lnTo>
                <a:lnTo>
                  <a:pt x="943576" y="1536699"/>
                </a:lnTo>
                <a:lnTo>
                  <a:pt x="949585" y="1600199"/>
                </a:lnTo>
                <a:close/>
              </a:path>
              <a:path w="1747520" h="1739900">
                <a:moveTo>
                  <a:pt x="943576" y="1536699"/>
                </a:moveTo>
                <a:lnTo>
                  <a:pt x="889413" y="1536699"/>
                </a:lnTo>
                <a:lnTo>
                  <a:pt x="942374" y="1523999"/>
                </a:lnTo>
                <a:lnTo>
                  <a:pt x="943576" y="1536699"/>
                </a:lnTo>
                <a:close/>
              </a:path>
              <a:path w="1747520" h="1739900">
                <a:moveTo>
                  <a:pt x="1133791" y="1701799"/>
                </a:moveTo>
                <a:lnTo>
                  <a:pt x="880138" y="1701799"/>
                </a:lnTo>
                <a:lnTo>
                  <a:pt x="928894" y="1689099"/>
                </a:lnTo>
                <a:lnTo>
                  <a:pt x="977474" y="1689099"/>
                </a:lnTo>
                <a:lnTo>
                  <a:pt x="1025732" y="1676399"/>
                </a:lnTo>
                <a:lnTo>
                  <a:pt x="1073536" y="1676399"/>
                </a:lnTo>
                <a:lnTo>
                  <a:pt x="1120754" y="1663699"/>
                </a:lnTo>
                <a:lnTo>
                  <a:pt x="1167254" y="1638299"/>
                </a:lnTo>
                <a:lnTo>
                  <a:pt x="1212904" y="1625599"/>
                </a:lnTo>
                <a:lnTo>
                  <a:pt x="1257570" y="1600199"/>
                </a:lnTo>
                <a:lnTo>
                  <a:pt x="1301121" y="1574799"/>
                </a:lnTo>
                <a:lnTo>
                  <a:pt x="1343424" y="1549399"/>
                </a:lnTo>
                <a:lnTo>
                  <a:pt x="1368414" y="1587499"/>
                </a:lnTo>
                <a:lnTo>
                  <a:pt x="1323813" y="1612899"/>
                </a:lnTo>
                <a:lnTo>
                  <a:pt x="1277911" y="1638299"/>
                </a:lnTo>
                <a:lnTo>
                  <a:pt x="1230848" y="1663699"/>
                </a:lnTo>
                <a:lnTo>
                  <a:pt x="1182761" y="1689099"/>
                </a:lnTo>
                <a:lnTo>
                  <a:pt x="1133791" y="1701799"/>
                </a:lnTo>
                <a:close/>
              </a:path>
              <a:path w="1747520" h="1739900">
                <a:moveTo>
                  <a:pt x="982966" y="1739899"/>
                </a:moveTo>
                <a:lnTo>
                  <a:pt x="777756" y="1739899"/>
                </a:lnTo>
                <a:lnTo>
                  <a:pt x="575887" y="1689099"/>
                </a:lnTo>
                <a:lnTo>
                  <a:pt x="526984" y="1663699"/>
                </a:lnTo>
                <a:lnTo>
                  <a:pt x="478984" y="1650999"/>
                </a:lnTo>
                <a:lnTo>
                  <a:pt x="498913" y="1612899"/>
                </a:lnTo>
                <a:lnTo>
                  <a:pt x="544484" y="1625599"/>
                </a:lnTo>
                <a:lnTo>
                  <a:pt x="590913" y="1650999"/>
                </a:lnTo>
                <a:lnTo>
                  <a:pt x="734029" y="1689099"/>
                </a:lnTo>
                <a:lnTo>
                  <a:pt x="782575" y="1689099"/>
                </a:lnTo>
                <a:lnTo>
                  <a:pt x="831322" y="1701799"/>
                </a:lnTo>
                <a:lnTo>
                  <a:pt x="1133791" y="1701799"/>
                </a:lnTo>
                <a:lnTo>
                  <a:pt x="982966" y="1739899"/>
                </a:lnTo>
                <a:close/>
              </a:path>
              <a:path w="1747520" h="1739900">
                <a:moveTo>
                  <a:pt x="901530" y="1650999"/>
                </a:moveTo>
                <a:lnTo>
                  <a:pt x="794524" y="1650999"/>
                </a:lnTo>
                <a:lnTo>
                  <a:pt x="742018" y="1638299"/>
                </a:lnTo>
                <a:lnTo>
                  <a:pt x="900903" y="1638299"/>
                </a:lnTo>
                <a:lnTo>
                  <a:pt x="901530" y="1650999"/>
                </a:lnTo>
                <a:close/>
              </a:path>
            </a:pathLst>
          </a:custGeom>
          <a:solidFill>
            <a:srgbClr val="83E3F7">
              <a:alpha val="26998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2241</Words>
  <Application>WPS Presentation</Application>
  <PresentationFormat>On-screen Show (4:3)</PresentationFormat>
  <Paragraphs>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Georgia</vt:lpstr>
      <vt:lpstr>Verdana</vt:lpstr>
      <vt:lpstr>Trebuchet MS</vt:lpstr>
      <vt:lpstr>Arial MT</vt:lpstr>
      <vt:lpstr>Times New Roman</vt:lpstr>
      <vt:lpstr>Lucida Sans Unicode</vt:lpstr>
      <vt:lpstr>Microsoft YaHei</vt:lpstr>
      <vt:lpstr>Arial Unicode MS</vt:lpstr>
      <vt:lpstr>Calibri</vt:lpstr>
      <vt:lpstr>Office Theme</vt:lpstr>
      <vt:lpstr>PowerPoint 演示文稿</vt:lpstr>
      <vt:lpstr>PROJECT TITLE</vt:lpstr>
      <vt:lpstr>TEAM DETAILS</vt:lpstr>
      <vt:lpstr>OBJECTIVES</vt:lpstr>
      <vt:lpstr>STAKEHOLDERS</vt:lpstr>
      <vt:lpstr>PowerPoint 演示文稿</vt:lpstr>
      <vt:lpstr>SOFTWARE APPLICATION,CODE,AI TOOLS</vt:lpstr>
      <vt:lpstr>THANK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</dc:title>
  <dc:creator>DONI SIRI</dc:creator>
  <cp:keywords>DAG5NvIXZQQ,BAGkfyQ7zJA,0</cp:keywords>
  <cp:lastModifiedBy>UPPULA YOGESHWAR</cp:lastModifiedBy>
  <cp:revision>1</cp:revision>
  <dcterms:created xsi:type="dcterms:W3CDTF">2025-11-21T08:01:23Z</dcterms:created>
  <dcterms:modified xsi:type="dcterms:W3CDTF">2025-11-21T08:01:23Z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2025-11-20T05:30:00Z</vt:filetime>
  </property>
  <property fmtid="{D5CDD505-2E9C-101B-9397-08002B2CF9AE}" pid="3" name="Creator">
    <vt:lpwstr>Canva</vt:lpwstr>
  </property>
  <property fmtid="{D5CDD505-2E9C-101B-9397-08002B2CF9AE}" pid="4" name="LastSaved">
    <vt:filetime>2025-11-21T05:30:00Z</vt:filetime>
  </property>
  <property fmtid="{D5CDD505-2E9C-101B-9397-08002B2CF9AE}" pid="5" name="Producer">
    <vt:lpwstr>Canva</vt:lpwstr>
  </property>
  <property fmtid="{D5CDD505-2E9C-101B-9397-08002B2CF9AE}" pid="6" name="ICV">
    <vt:lpwstr>B72BFC54C8304982B8F6E533033B37B5_13</vt:lpwstr>
  </property>
  <property fmtid="{D5CDD505-2E9C-101B-9397-08002B2CF9AE}" pid="7" name="KSOProductBuildVer">
    <vt:lpwstr>1033-12.2.0.23155</vt:lpwstr>
  </property>
</Properties>
</file>